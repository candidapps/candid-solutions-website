
<file path=[Content_Types].xml><?xml version="1.0" encoding="utf-8"?>
<Types xmlns="http://schemas.openxmlformats.org/package/2006/content-types"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tags+xml" PartName="/ppt/tags/tag3.xml"/>
  <Override ContentType="application/vnd.openxmlformats-officedocument.presentationml.notesMaster+xml" PartName="/ppt/notesMasters/notesMaster1.xml"/>
  <Override ContentType="application/vnd.openxmlformats-officedocument.theme+xml" PartName="/ppt/theme/theme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Default ContentType="image/jpeg" Extension="jpg"/>
  <Default ContentType="image/png" Extension="png"/>
  <Default ContentType="image/jpeg" Extension="jpeg"/>
  <Default ContentType="image/webp" Extension="webp"/>
  <Override ContentType="application/x-fontdata" PartName="/ppt/fonts/font1.fntdata"/>
  <Override ContentType="application/x-fontdata" PartName="/ppt/fonts/font2.fntdata"/>
  <Override ContentType="application/x-fontdata" PartName="/ppt/fonts/font3.fntdata"/>
  <Override ContentType="application/x-fontdata" PartName="/ppt/fonts/font4.fntdata"/>
  <Override ContentType="application/x-fontdata" PartName="/ppt/fonts/font5.fntdata"/>
  <Override ContentType="application/x-fontdata" PartName="/ppt/fonts/font6.fntdata"/>
  <Override ContentType="application/x-fontdata" PartName="/ppt/fonts/font7.fntdata"/>
  <Override ContentType="application/x-fontdata" PartName="/ppt/fonts/font8.fntdata"/>
  <Override ContentType="application/vnd.openxmlformats-officedocument.presentationml.tags+xml" PartName="/ppt/tags/tag4.xml"/>
  <Override ContentType="application/vnd.openxmlformats-officedocument.presentationml.presentation.main+xml" PartName="/ppt/presentation.xml"/>
  <Default ContentType="application/xml" Extension="xml"/>
  <Default ContentType="application/vnd.openxmlformats-package.relationships+xml" Extension="rels"/>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media/image1.jpeg" Type="http://schemas.openxmlformats.org/officeDocument/2006/relationships/image"/><Relationship Id="rId2" Target="/ppt/media/image2.png" Type="http://schemas.openxmlformats.org/officeDocument/2006/relationships/image"/><Relationship Id="rId3" Target="/ppt/media/image3.png" Type="http://schemas.openxmlformats.org/officeDocument/2006/relationships/image"/><Relationship Id="rId4" Target="/ppt/media/image4.jpg" Type="http://schemas.openxmlformats.org/officeDocument/2006/relationships/image"/><Relationship Id="rId5" Target="/ppt/media/image5.png" Type="http://schemas.openxmlformats.org/officeDocument/2006/relationships/image"/><Relationship Id="rId6" Target="/ppt/media/image6.png" Type="http://schemas.openxmlformats.org/officeDocument/2006/relationships/image"/><Relationship Id="rId7" Target="/ppt/media/image7.png" Type="http://schemas.openxmlformats.org/officeDocument/2006/relationships/image"/><Relationship Id="rId8" Target="/ppt/media/image8.png" Type="http://schemas.openxmlformats.org/officeDocument/2006/relationships/image"/><Relationship Id="rId9" Target="/ppt/media/image9.png" Type="http://schemas.openxmlformats.org/officeDocument/2006/relationships/image"/><Relationship Id="rId10" Target="/ppt/media/image10.png" Type="http://schemas.openxmlformats.org/officeDocument/2006/relationships/image"/><Relationship Id="rId11" Target="/ppt/media/image11.png" Type="http://schemas.openxmlformats.org/officeDocument/2006/relationships/image"/><Relationship Id="rId12" Target="/ppt/media/image12.png" Type="http://schemas.openxmlformats.org/officeDocument/2006/relationships/image"/><Relationship Id="rId13" Target="/ppt/media/image13.png" Type="http://schemas.openxmlformats.org/officeDocument/2006/relationships/image"/><Relationship Id="rId14" Target="/ppt/media/image14.png" Type="http://schemas.openxmlformats.org/officeDocument/2006/relationships/image"/><Relationship Id="rId15" Target="/ppt/media/image15.png" Type="http://schemas.openxmlformats.org/officeDocument/2006/relationships/image"/><Relationship Id="rId16" Target="/ppt/media/image16.png" Type="http://schemas.openxmlformats.org/officeDocument/2006/relationships/image"/><Relationship Id="rId17" Target="/ppt/media/image17.png" Type="http://schemas.openxmlformats.org/officeDocument/2006/relationships/image"/><Relationship Id="rId18" Target="/ppt/media/image18.png" Type="http://schemas.openxmlformats.org/officeDocument/2006/relationships/image"/><Relationship Id="rId19" Target="/ppt/media/image19.png" Type="http://schemas.openxmlformats.org/officeDocument/2006/relationships/image"/><Relationship Id="rId20" Target="/ppt/media/image20.png" Type="http://schemas.openxmlformats.org/officeDocument/2006/relationships/image"/><Relationship Id="rId21" Target="/ppt/media/image21.png" Type="http://schemas.openxmlformats.org/officeDocument/2006/relationships/image"/><Relationship Id="rId22" Target="/ppt/media/image22.webp" Type="http://schemas.openxmlformats.org/officeDocument/2006/relationships/image"/><Relationship Id="rId23" Target="/ppt/media/image23.png" Type="http://schemas.openxmlformats.org/officeDocument/2006/relationships/image"/><Relationship Id="rId24" Target="/ppt/media/image24.png" Type="http://schemas.openxmlformats.org/officeDocument/2006/relationships/image"/><Relationship Id="rId25" Target="ppt/media/img_cc_black.png" Type="http://schemas.openxmlformats.org/officeDocument/2006/relationships/image"/><Relationship Id="rId26" Target="ppt/presentation.xml" Type="http://schemas.openxmlformats.org/officeDocument/2006/relationships/officeDocument"/><Relationship Id="rId27" Target="docProps/core.xml" Type="http://schemas.openxmlformats.org/package/2006/relationships/metadata/core-properties"/><Relationship Id="rId28" Target="docProps/app.xml" Type="http://schemas.openxmlformats.org/officeDocument/2006/relationships/extended-properties"/></Relationships>
</file>

<file path=ppt/presentation.xml><?xml version="1.0" encoding="utf-8"?>
<p:presentation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embedTrueTypeFonts="1" saveSubsetFonts="1">
  <p:sldMasterIdLst>
    <p:sldMasterId id="2147483648" r:id="rId1"/>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5143500" type="screen16x9"/>
  <p:notesSz cx="9144000" cy="5143500"/>
  <p:embeddedFontLst>
    <p:embeddedFont>
      <p:font typeface="Zoho Puvi"/>
      <p:regular r:id="rId20"/>
      <p:bold r:id="rId22"/>
    </p:embeddedFont>
    <p:embeddedFont>
      <p:font typeface="Raleway-heavy"/>
      <p:regular r:id="rId23"/>
    </p:embeddedFont>
    <p:embeddedFont>
      <p:font typeface="Montserrat"/>
      <p:bold r:id="rId24"/>
    </p:embeddedFont>
    <p:embeddedFont>
      <p:font typeface="Zoho Puvi-demi_bold"/>
      <p:regular r:id="rId21"/>
    </p:embeddedFont>
    <p:embeddedFont>
      <p:font typeface="Source Sans Pro"/>
      <p:regular r:id="rId25"/>
    </p:embeddedFont>
    <p:embeddedFont>
      <p:font typeface="Open Sans"/>
      <p:regular r:id="rId26"/>
      <p:bold r:id="rId27"/>
    </p:embeddedFont>
  </p:embeddedFontLst>
  <p:custDataLst>
    <p:tags r:id="rId28"/>
  </p:custDataLst>
  <p:defaultTextStyle>
    <a:defPPr>
      <a:defRPr lang="en-US"/>
    </a:defPPr>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defaultTextStyle>
</p:presentation>
</file>

<file path=ppt/presProps.xml><?xml version="1.0" encoding="utf-8"?>
<p:presentation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showPr showNarration="1">
    <p:sldAll/>
  </p:showPr>
</p:presentationPr>
</file>

<file path=ppt/tableStyles.xml><?xml version="1.0" encoding="utf-8"?>
<a:tblStyleLst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def="{5C22544A-7EE6-4342-B048-85BDC9FD1C3A}"/>
</file>

<file path=ppt/viewProps.xml><?xml version="1.0" encoding="utf-8"?>
<p:view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normalViewPr showOutlineIcons="false">
    <p:restoredLeft sz="15620"/>
    <p:restoredTop sz="94660"/>
  </p:normalViewPr>
  <p:slideViewPr>
    <p:cSldViewPr>
      <p:cViewPr varScale="true">
        <p:scale>
          <a:sx d="100" n="73"/>
          <a:sy d="100" n="73"/>
        </p:scale>
        <p:origin x="-1110" y="-102"/>
      </p:cViewPr>
      <p:guideLst>
        <p:guide orient="horz" pos="2160"/>
        <p:guide pos="2880"/>
      </p:guideLst>
    </p:cSldViewPr>
  </p:slideViewPr>
  <p:notesTextViewPr>
    <p:cViewPr>
      <p:scale>
        <a:sx d="100" n="100"/>
        <a:sy d="100" n="100"/>
      </p:scale>
      <p:origin x="0" y="0"/>
    </p:cViewPr>
  </p:notesTextViewPr>
  <p:gridSpacing cx="78028800" cy="780288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2" Target="theme/theme1.xml" Type="http://schemas.openxmlformats.org/officeDocument/2006/relationships/theme"/><Relationship Id="rId3" Target="notesMasters/notesMaster1.xml" Type="http://schemas.openxmlformats.org/officeDocument/2006/relationships/notesMaster"/><Relationship Id="rId4" Target="theme/theme2.xml" Type="http://schemas.openxmlformats.org/officeDocument/2006/relationships/theme"/><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tableStyles.xml" Type="http://schemas.openxmlformats.org/officeDocument/2006/relationships/tableStyles"/><Relationship Id="rId20" Target="fonts/font1.fntdata" Type="http://schemas.openxmlformats.org/officeDocument/2006/relationships/font"/><Relationship Id="rId21" Target="fonts/font2.fntdata" Type="http://schemas.openxmlformats.org/officeDocument/2006/relationships/font"/><Relationship Id="rId22" Target="fonts/font3.fntdata" Type="http://schemas.openxmlformats.org/officeDocument/2006/relationships/font"/><Relationship Id="rId23" Target="fonts/font4.fntdata" Type="http://schemas.openxmlformats.org/officeDocument/2006/relationships/font"/><Relationship Id="rId24" Target="fonts/font5.fntdata" Type="http://schemas.openxmlformats.org/officeDocument/2006/relationships/font"/><Relationship Id="rId25" Target="fonts/font6.fntdata" Type="http://schemas.openxmlformats.org/officeDocument/2006/relationships/font"/><Relationship Id="rId26" Target="fonts/font7.fntdata" Type="http://schemas.openxmlformats.org/officeDocument/2006/relationships/font"/><Relationship Id="rId27" Target="fonts/font8.fntdata" Type="http://schemas.openxmlformats.org/officeDocument/2006/relationships/font"/><Relationship Id="rId28" Target="tags/tag4.xml" Type="http://schemas.openxmlformats.org/officeDocument/2006/relationships/tags"/><Relationship Id="rId29" Target="presProps.xml" Type="http://schemas.openxmlformats.org/officeDocument/2006/relationships/presProps"/><Relationship Id="rId30" Target="viewProps.xml" Type="http://schemas.openxmlformats.org/officeDocument/2006/relationships/viewProps"/></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rIns="91440" rtlCol="0" tIns="45720" vert="horz"/>
          <a:lstStyle>
            <a:lvl1pPr algn="r">
              <a:defRPr sz="1200"/>
            </a:lvl1pPr>
          </a:lstStyle>
          <a:p>
            <a:fld id="{44B65459-4C01-9248-BDAA-F28591FAF6F5}" type="datetimeFigureOut">
              <a:rPr lang="en-US" smtClean="0"/>
              <a:t>4/4/17</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rIns="91440" rtlCol="0" tIns="45720"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 $Id$ -->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2" Target="../tags/tag1.xml" Type="http://schemas.openxmlformats.org/officeDocument/2006/relationships/tag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2" Target="../tags/tag2.xml" Type="http://schemas.openxmlformats.org/officeDocument/2006/relationships/tags"/><Relationship Id="rId1" Target="../slideMasters/slideMaster1.xml" Type="http://schemas.openxmlformats.org/officeDocument/2006/relationships/slideMaster"/></Relationships>
</file>

<file path=ppt/slideLayouts/_rels/slideLayout12.xml.rels><?xml version="1.0" encoding="UTF-8" standalone="no"?><Relationships xmlns="http://schemas.openxmlformats.org/package/2006/relationships"><Relationship Id="rId2" Target="../tags/tag3.xml" Type="http://schemas.openxmlformats.org/officeDocument/2006/relationships/tags"/><Relationship Id="rId1" Target="../slideMasters/slideMaster1.xml" Type="http://schemas.openxmlformats.org/officeDocument/2006/relationships/slideMaster"/></Relationships>
</file>

<file path=ppt/slideLayouts/slideLayout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title">
  <p:cSld name="Title Slide">
    <p:spTree>
      <p:nvGrpSpPr>
        <p:cNvPr id="1" name=""/>
        <p:cNvGrpSpPr/>
        <p:nvPr/>
      </p:nvGrpSpPr>
      <p:grpSpPr>
        <a:xfrm>
          <a:off x="0" y="0"/>
          <a:ext cx="0" cy="0"/>
          <a:chOff x="0" y="0"/>
          <a:chExt cx="0" cy="0"/>
        </a:xfrm>
      </p:grpSpPr>
      <p:sp>
        <p:nvSpPr>
          <p:cNvPr id="2" name="Title 1">
            <a:extLst>
              <a:ext uri="{D9B07F26-1D39-4181-ADA4-878043FC5AB2}">
                <a16:creationId xmlns:a16="http://schemas.microsoft.com/office/drawing/2010/main" id="{90A2B929-986C-4EAC-82EA-292C73AA9F24}"/>
              </a:ext>
            </a:extLst>
          </p:cNvPr>
          <p:cNvSpPr>
            <a:spLocks noGrp="true"/>
          </p:cNvSpPr>
          <p:nvPr>
            <p:ph type="title"/>
          </p:nvPr>
        </p:nvSpPr>
        <p:spPr>
          <a:xfrm rot="0">
            <a:off x="1351643" y="2271771"/>
            <a:ext cx="6436178" cy="776702"/>
          </a:xfrm>
          <a:prstGeom prst="rect">
            <a:avLst/>
          </a:prstGeom>
        </p:spPr>
        <p:txBody>
          <a:bodyPr anchor="b" rtlCol="0"/>
          <a:lstStyle>
            <a:lvl1pPr algn="ctr" lvl="0">
              <a:defRPr dirty="0" lang="en-US" sz="4400"/>
            </a:lvl1pPr>
          </a:lstStyle>
          <a:p>
            <a:pPr/>
            <a:r>
              <a:rPr dirty="0" lang="en-US"/>
              <a:t>Click to edit Master title style</a:t>
            </a:r>
            <a:endParaRPr dirty="0" lang="en-US"/>
          </a:p>
        </p:txBody>
      </p:sp>
      <p:sp>
        <p:nvSpPr>
          <p:cNvPr id="3" name="Subtitle 2">
            <a:extLst>
              <a:ext uri="{64F9F3A2-B05C-4104-B3B1-C9857A6DD1A9}">
                <a16:creationId xmlns:a16="http://schemas.microsoft.com/office/drawing/2010/main" id="{FAEBA664-C439-431B-87B2-DBFF66FE22C5}"/>
              </a:ext>
            </a:extLst>
          </p:cNvPr>
          <p:cNvSpPr>
            <a:spLocks noGrp="true"/>
          </p:cNvSpPr>
          <p:nvPr>
            <p:ph idx="1" type="subTitle"/>
          </p:nvPr>
        </p:nvSpPr>
        <p:spPr>
          <a:xfrm rot="0">
            <a:off x="1351643" y="3056695"/>
            <a:ext cx="6436178" cy="494945"/>
          </a:xfrm>
          <a:prstGeom prst="rect">
            <a:avLst/>
          </a:prstGeom>
        </p:spPr>
        <p:txBody>
          <a:bodyPr anchor="t" lIns="91440" rtlCol="0">
            <a:noAutofit/>
          </a:bodyPr>
          <a:lstStyle>
            <a:lvl1pPr algn="ctr" indent="0" lvl="0" marL="0">
              <a:lnSpc>
                <a:spcPct val="100000"/>
              </a:lnSpc>
              <a:spcBef>
                <a:spcPts val="0"/>
              </a:spcBef>
              <a:buNone/>
              <a:defRPr b="0" baseline="0" dirty="0" i="0" lang="en-US" sz="1400">
                <a:solidFill>
                  <a:schemeClr val="accent1"/>
                </a:solidFill>
                <a:latin typeface="+mn-lt"/>
              </a:defRPr>
            </a:lvl1pPr>
            <a:lvl2pPr algn="ctr" indent="0" lvl="1" marL="457200">
              <a:buNone/>
              <a:defRPr dirty="0" lang="en-US">
                <a:solidFill>
                  <a:schemeClr val="tx1">
                    <a:tint val="75000"/>
                  </a:schemeClr>
                </a:solidFill>
              </a:defRPr>
            </a:lvl2pPr>
            <a:lvl3pPr algn="ctr" indent="0" lvl="2" marL="914400">
              <a:buNone/>
              <a:defRPr dirty="0" lang="en-US">
                <a:solidFill>
                  <a:schemeClr val="tx1">
                    <a:tint val="75000"/>
                  </a:schemeClr>
                </a:solidFill>
              </a:defRPr>
            </a:lvl3pPr>
            <a:lvl4pPr algn="ctr" indent="0" lvl="3" marL="1371600">
              <a:buNone/>
              <a:defRPr dirty="0" lang="en-US">
                <a:solidFill>
                  <a:schemeClr val="tx1">
                    <a:tint val="75000"/>
                  </a:schemeClr>
                </a:solidFill>
              </a:defRPr>
            </a:lvl4pPr>
            <a:lvl5pPr algn="ctr" indent="0" lvl="4" marL="1828800">
              <a:buNone/>
              <a:defRPr dirty="0" lang="en-US">
                <a:solidFill>
                  <a:schemeClr val="tx1">
                    <a:tint val="75000"/>
                  </a:schemeClr>
                </a:solidFill>
              </a:defRPr>
            </a:lvl5pPr>
            <a:lvl6pPr algn="ctr" indent="0" lvl="5" marL="2286000">
              <a:buNone/>
              <a:defRPr dirty="0" lang="en-US">
                <a:solidFill>
                  <a:schemeClr val="tx1">
                    <a:tint val="75000"/>
                  </a:schemeClr>
                </a:solidFill>
              </a:defRPr>
            </a:lvl6pPr>
            <a:lvl7pPr algn="ctr" indent="0" lvl="6" marL="2743200">
              <a:buNone/>
              <a:defRPr dirty="0" lang="en-US">
                <a:solidFill>
                  <a:schemeClr val="tx1">
                    <a:tint val="75000"/>
                  </a:schemeClr>
                </a:solidFill>
              </a:defRPr>
            </a:lvl7pPr>
            <a:lvl8pPr algn="ctr" indent="0" lvl="7" marL="3200400">
              <a:buNone/>
              <a:defRPr dirty="0" lang="en-US">
                <a:solidFill>
                  <a:schemeClr val="tx1">
                    <a:tint val="75000"/>
                  </a:schemeClr>
                </a:solidFill>
              </a:defRPr>
            </a:lvl8pPr>
            <a:lvl9pPr algn="ctr" indent="0" lvl="8" marL="3657600">
              <a:buNone/>
              <a:defRPr dirty="0" lang="en-US">
                <a:solidFill>
                  <a:schemeClr val="tx1">
                    <a:tint val="75000"/>
                  </a:schemeClr>
                </a:solidFill>
              </a:defRPr>
            </a:lvl9pPr>
          </a:lstStyle>
          <a:p>
            <a:pPr/>
            <a:r>
              <a:rPr dirty="0" lang="en-US"/>
              <a:t>Click to edit Master subtitle style</a:t>
            </a:r>
            <a:endParaRPr dirty="0" lang="en-US"/>
          </a:p>
        </p:txBody>
      </p:sp>
      <p:sp>
        <p:nvSpPr>
          <p:cNvPr id="4" name="Slide Number Placeholder 5">
            <a:extLst>
              <a:ext uri="{8C6739AB-0200-4B48-926B-2BA911C5ADFE}">
                <a16:creationId xmlns:a16="http://schemas.microsoft.com/office/drawing/2010/main" id="{B4682129-6FB8-46DD-A247-28C02D1E9CF2}"/>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535ACCF1-9845-417D-8CD0-12A4C25E56F1}">
                <a16:creationId xmlns:a16="http://schemas.microsoft.com/office/drawing/2010/main" id="{DB84B2C4-BE6C-47EB-976D-0409FC5EBFBB}"/>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1BEE353F-559E-4827-84A7-326C1CE0FC45}">
                <a16:creationId xmlns:a16="http://schemas.microsoft.com/office/drawing/2010/main" id="{CAF8ECAA-02A5-465E-AD02-D414E88A68D7}"/>
              </a:ext>
            </a:extLst>
          </p:cNvPr>
          <p:cNvSpPr>
            <a:spLocks noGrp="true"/>
          </p:cNvSpPr>
          <p:nvPr>
            <p:ph idx="10" sz="half" type="dt"/>
          </p:nvPr>
        </p:nvSpPr>
        <p:spPr/>
        <p:txBody>
          <a:bodyPr rtlCol="0"/>
          <a:lstStyle>
            <a:lvl1pPr lvl="0"/>
          </a:lstStyle>
          <a:p>
            <a:pPr/>
            <a:r>
              <a:rPr dirty="0" lang="en-US"/>
              <a:t>Date</a:t>
            </a:r>
            <a:endParaRPr dirty="0" lang="en-US"/>
          </a:p>
        </p:txBody>
      </p:sp>
    </p:spTree>
    <p:extLst>
      <p:ext uri="{874E906D-1DF8-46DC-A04D-197720E6B4F7}">
        <p14:creationId xmlns:p14="http://schemas.microsoft.com/office/powerpoint/2010/main" val="1785244659668"/>
      </p:ext>
    </p:extLst>
  </p:cSld>
  <p:clrMapOvr>
    <a:masterClrMapping/>
  </p:clrMapOvr>
</p:sldLayout>
</file>

<file path=ppt/slideLayouts/slideLayout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
  <p:cSld name="Title and Content">
    <p:spTree>
      <p:nvGrpSpPr>
        <p:cNvPr id="1" name=""/>
        <p:cNvGrpSpPr/>
        <p:nvPr/>
      </p:nvGrpSpPr>
      <p:grpSpPr>
        <a:xfrm>
          <a:off x="0" y="0"/>
          <a:ext cx="0" cy="0"/>
          <a:chOff x="0" y="0"/>
          <a:chExt cx="0" cy="0"/>
        </a:xfrm>
      </p:grpSpPr>
      <p:sp>
        <p:nvSpPr>
          <p:cNvPr id="2" name="Title 7">
            <a:extLst>
              <a:ext uri="{859B81ED-A885-46AD-A795-61EAFDC36CFB}">
                <a16:creationId xmlns:a16="http://schemas.microsoft.com/office/drawing/2010/main" id="{666EB88C-B966-4F07-99FB-06D8B697CA7C}"/>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420E32FE-731D-4F62-9E89-99C4BDE0F915}">
                <a16:creationId xmlns:a16="http://schemas.microsoft.com/office/drawing/2010/main" id="{57188C81-DCF9-4DE6-9437-7887D5AAE3B5}"/>
              </a:ext>
            </a:extLst>
          </p:cNvPr>
          <p:cNvSpPr>
            <a:spLocks noGrp="true"/>
          </p:cNvSpPr>
          <p:nvPr>
            <p:ph idx="1"/>
          </p:nvPr>
        </p:nvSpPr>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Slide Number Placeholder 4">
            <a:extLst>
              <a:ext uri="{567D95EB-2B77-4D70-AC57-9FDA6E4FE7D1}">
                <a16:creationId xmlns:a16="http://schemas.microsoft.com/office/drawing/2010/main" id="{C5AFB808-A1A3-445D-9DC7-F3CA0E708262}"/>
              </a:ext>
            </a:extLst>
          </p:cNvPr>
          <p:cNvSpPr>
            <a:spLocks noGrp="true"/>
          </p:cNvSpPr>
          <p:nvPr>
            <p:ph idx="12" sz="quarter" type="sldNum"/>
          </p:nvPr>
        </p:nvSpPr>
        <p:spPr/>
        <p:txBody>
          <a:bodyPr rtlCol="0"/>
          <a:lstStyle/>
          <a:p>
            <a:pPr/>
            <a:r>
              <a:rPr dirty="0" lang="en-US"/>
              <a:t>&lt;#&gt;</a:t>
            </a:r>
            <a:endParaRPr dirty="0" lang="en-US"/>
          </a:p>
        </p:txBody>
      </p:sp>
      <p:sp>
        <p:nvSpPr>
          <p:cNvPr id="5" name="Footer Placeholder 3">
            <a:extLst>
              <a:ext uri="{42384876-AC12-4015-AE12-A58A97E99DA2}">
                <a16:creationId xmlns:a16="http://schemas.microsoft.com/office/drawing/2010/main" id="{4494B69B-6FF0-44E7-BA4E-6A049E08FBE5}"/>
              </a:ext>
            </a:extLst>
          </p:cNvPr>
          <p:cNvSpPr>
            <a:spLocks noGrp="true"/>
          </p:cNvSpPr>
          <p:nvPr>
            <p:ph idx="11" sz="quarter" type="ftr"/>
          </p:nvPr>
        </p:nvSpPr>
        <p:spPr/>
        <p:txBody>
          <a:bodyPr rtlCol="0"/>
          <a:lstStyle/>
          <a:p>
            <a:pPr/>
            <a:r>
              <a:rPr dirty="0" lang="en-US"/>
              <a:t>Footer</a:t>
            </a:r>
            <a:endParaRPr dirty="0" lang="en-US"/>
          </a:p>
        </p:txBody>
      </p:sp>
      <p:sp>
        <p:nvSpPr>
          <p:cNvPr id="6" name="Date Placeholder 1">
            <a:extLst>
              <a:ext uri="{3BFB2100-7A68-4B3A-BDC6-63CD6CC77603}">
                <a16:creationId xmlns:a16="http://schemas.microsoft.com/office/drawing/2010/main" id="{9C0C11C3-EFA9-4E0E-8BC7-61E76C48D0C5}"/>
              </a:ext>
            </a:extLst>
          </p:cNvPr>
          <p:cNvSpPr>
            <a:spLocks noGrp="true"/>
          </p:cNvSpPr>
          <p:nvPr>
            <p:ph idx="10" sz="half" type="dt"/>
          </p:nvPr>
        </p:nvSpPr>
        <p:spPr/>
        <p:txBody>
          <a:bodyPr rtlCol="0"/>
          <a:lstStyle/>
          <a:p>
            <a:pPr/>
            <a:r>
              <a:rPr dirty="0" lang="en-US"/>
              <a:t>Date</a:t>
            </a:r>
            <a:endParaRPr dirty="0" lang="en-US"/>
          </a:p>
        </p:txBody>
      </p:sp>
    </p:spTree>
    <p:extLst>
      <p:ext uri="{93E09023-47D9-485E-875A-3DDE6398F6BA}">
        <p14:creationId xmlns:p14="http://schemas.microsoft.com/office/powerpoint/2010/main" val="1785244659668"/>
      </p:ext>
    </p:extLst>
  </p:cSld>
  <p:clrMapOvr>
    <a:masterClrMapping/>
  </p:clrMapOvr>
</p:sldLayout>
</file>

<file path=ppt/slideLayouts/slideLayout3.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secHead">
  <p:cSld name="Section Header">
    <p:spTree>
      <p:nvGrpSpPr>
        <p:cNvPr id="1" name=""/>
        <p:cNvGrpSpPr/>
        <p:nvPr/>
      </p:nvGrpSpPr>
      <p:grpSpPr>
        <a:xfrm>
          <a:off x="0" y="0"/>
          <a:ext cx="0" cy="0"/>
          <a:chOff x="0" y="0"/>
          <a:chExt cx="0" cy="0"/>
        </a:xfrm>
      </p:grpSpPr>
      <p:sp>
        <p:nvSpPr>
          <p:cNvPr id="2" name="Text Placeholder 2">
            <a:extLst>
              <a:ext uri="{82D743B0-BF9F-4120-934E-8A69FF33EC58}">
                <a16:creationId xmlns:a16="http://schemas.microsoft.com/office/drawing/2010/main" id="{0C6491B6-9BF7-4A78-B4B5-F617F8D2AE4F}"/>
              </a:ext>
            </a:extLst>
          </p:cNvPr>
          <p:cNvSpPr>
            <a:spLocks noGrp="true"/>
          </p:cNvSpPr>
          <p:nvPr>
            <p:ph type="body"/>
          </p:nvPr>
        </p:nvSpPr>
        <p:spPr>
          <a:xfrm rot="0">
            <a:off x="762000" y="2192059"/>
            <a:ext cx="7620000" cy="511812"/>
          </a:xfrm>
          <a:prstGeom prst="rect">
            <a:avLst/>
          </a:prstGeom>
        </p:spPr>
        <p:txBody>
          <a:bodyPr anchor="b" rtlCol="0">
            <a:normAutofit/>
          </a:bodyPr>
          <a:lstStyle>
            <a:lvl1pPr indent="0" lvl="0" marL="0">
              <a:lnSpc>
                <a:spcPct val="100000"/>
              </a:lnSpc>
              <a:buNone/>
              <a:defRPr b="0" dirty="0" i="0" lang="en-US" sz="1400">
                <a:solidFill>
                  <a:schemeClr val="accent1"/>
                </a:solidFill>
                <a:latin typeface="+mn-lt"/>
              </a:defRPr>
            </a:lvl1pPr>
            <a:lvl2pPr indent="0" lvl="1" marL="457200">
              <a:buNone/>
              <a:defRPr dirty="0" lang="en-US" sz="1800">
                <a:solidFill>
                  <a:schemeClr val="tx1">
                    <a:tint val="75000"/>
                  </a:schemeClr>
                </a:solidFill>
              </a:defRPr>
            </a:lvl2pPr>
            <a:lvl3pPr indent="0" lvl="2" marL="914400">
              <a:buNone/>
              <a:defRPr dirty="0" lang="en-US" sz="1600">
                <a:solidFill>
                  <a:schemeClr val="tx1">
                    <a:tint val="75000"/>
                  </a:schemeClr>
                </a:solidFill>
              </a:defRPr>
            </a:lvl3pPr>
            <a:lvl4pPr indent="0" lvl="3" marL="1371600">
              <a:buNone/>
              <a:defRPr dirty="0" lang="en-US" sz="1400">
                <a:solidFill>
                  <a:schemeClr val="tx1">
                    <a:tint val="75000"/>
                  </a:schemeClr>
                </a:solidFill>
              </a:defRPr>
            </a:lvl4pPr>
            <a:lvl5pPr indent="0" lvl="4" marL="1828800">
              <a:buNone/>
              <a:defRPr dirty="0" lang="en-US" sz="1400">
                <a:solidFill>
                  <a:schemeClr val="tx1">
                    <a:tint val="75000"/>
                  </a:schemeClr>
                </a:solidFill>
              </a:defRPr>
            </a:lvl5pPr>
            <a:lvl6pPr indent="0" lvl="5" marL="2286000">
              <a:buNone/>
              <a:defRPr dirty="0" lang="en-US" sz="1400">
                <a:solidFill>
                  <a:schemeClr val="tx1">
                    <a:tint val="75000"/>
                  </a:schemeClr>
                </a:solidFill>
              </a:defRPr>
            </a:lvl6pPr>
            <a:lvl7pPr indent="0" lvl="6" marL="2743200">
              <a:buNone/>
              <a:defRPr dirty="0" lang="en-US" sz="1400">
                <a:solidFill>
                  <a:schemeClr val="tx1">
                    <a:tint val="75000"/>
                  </a:schemeClr>
                </a:solidFill>
              </a:defRPr>
            </a:lvl7pPr>
            <a:lvl8pPr indent="0" lvl="7" marL="3200400">
              <a:buNone/>
              <a:defRPr dirty="0" lang="en-US" sz="1400">
                <a:solidFill>
                  <a:schemeClr val="tx1">
                    <a:tint val="75000"/>
                  </a:schemeClr>
                </a:solidFill>
              </a:defRPr>
            </a:lvl8pPr>
            <a:lvl9pPr indent="0" lvl="8" marL="3657600">
              <a:buNone/>
              <a:defRPr dirty="0" lang="en-US" sz="1400">
                <a:solidFill>
                  <a:schemeClr val="tx1">
                    <a:tint val="75000"/>
                  </a:schemeClr>
                </a:solidFill>
              </a:defRPr>
            </a:lvl9pPr>
          </a:lstStyle>
          <a:p>
            <a:pPr lvl="0"/>
            <a:r>
              <a:rPr dirty="0" lang="en-US"/>
              <a:t>Click to edit Master text styles</a:t>
            </a:r>
            <a:endParaRPr dirty="0" lang="en-US"/>
          </a:p>
        </p:txBody>
      </p:sp>
      <p:sp>
        <p:nvSpPr>
          <p:cNvPr hidden="false" id="3" name="Title 1">
            <a:extLst>
              <a:ext uri="{457E4820-C4B6-4486-8A06-6D1B688996DC}">
                <a16:creationId xmlns:a16="http://schemas.microsoft.com/office/drawing/2010/main" id="{3DB2AA3E-29D6-4217-84B3-60AD0DF6AE85}"/>
              </a:ext>
            </a:extLst>
          </p:cNvPr>
          <p:cNvSpPr>
            <a:spLocks noGrp="true"/>
          </p:cNvSpPr>
          <p:nvPr>
            <p:ph idx="1" type="title"/>
          </p:nvPr>
        </p:nvSpPr>
        <p:spPr>
          <a:xfrm rot="0">
            <a:off x="762000" y="2735662"/>
            <a:ext cx="7620000" cy="882263"/>
          </a:xfrm>
          <a:prstGeom prst="rect">
            <a:avLst/>
          </a:prstGeom>
        </p:spPr>
        <p:txBody>
          <a:bodyPr anchor="t" rtlCol="0"/>
          <a:lstStyle>
            <a:lvl1pPr lvl="0">
              <a:defRPr dirty="0" lang="en-US" sz="4000"/>
            </a:lvl1pPr>
          </a:lstStyle>
          <a:p>
            <a:pPr/>
            <a:r>
              <a:rPr dirty="0" lang="en-US"/>
              <a:t>Click to edit Master title style</a:t>
            </a:r>
            <a:endParaRPr dirty="0" lang="en-US"/>
          </a:p>
        </p:txBody>
      </p:sp>
      <p:sp>
        <p:nvSpPr>
          <p:cNvPr id="4" name="Slide Number Placeholder 5">
            <a:extLst>
              <a:ext uri="{531051E6-2DE2-4F6F-A86F-E0B8DD2D4189}">
                <a16:creationId xmlns:a16="http://schemas.microsoft.com/office/drawing/2010/main" id="{AA15F73D-B410-421D-B4FE-D6FBA89E31A5}"/>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B9FBCB1B-C19D-4CB0-96B6-851D4F880812}">
                <a16:creationId xmlns:a16="http://schemas.microsoft.com/office/drawing/2010/main" id="{B7433916-456B-47CC-A568-C4A271902EAB}"/>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4512C6BF-CCF7-44CC-B6D6-5EE1F786EF28}">
                <a16:creationId xmlns:a16="http://schemas.microsoft.com/office/drawing/2010/main" id="{C9D684CC-2931-45ED-B018-F9373F903165}"/>
              </a:ext>
            </a:extLst>
          </p:cNvPr>
          <p:cNvSpPr>
            <a:spLocks noGrp="true"/>
          </p:cNvSpPr>
          <p:nvPr>
            <p:ph idx="10" sz="half" type="dt"/>
          </p:nvPr>
        </p:nvSpPr>
        <p:spPr/>
        <p:txBody>
          <a:bodyPr rtlCol="0"/>
          <a:lstStyle>
            <a:lvl1pPr lvl="0"/>
          </a:lstStyle>
          <a:p>
            <a:pPr/>
            <a:r>
              <a:rPr dirty="0" lang="en-US"/>
              <a:t>Date</a:t>
            </a:r>
            <a:endParaRPr dirty="0" lang="en-US"/>
          </a:p>
        </p:txBody>
      </p:sp>
    </p:spTree>
    <p:extLst>
      <p:ext uri="{D988B5CE-C730-4371-B827-25DD8AD1D2BD}">
        <p14:creationId xmlns:p14="http://schemas.microsoft.com/office/powerpoint/2010/main" val="1785244659669"/>
      </p:ext>
    </p:extLst>
  </p:cSld>
  <p:clrMapOvr>
    <a:masterClrMapping/>
  </p:clrMapOvr>
</p:sldLayout>
</file>

<file path=ppt/slideLayouts/slideLayout4.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Obj">
  <p:cSld name="Two Content">
    <p:spTree>
      <p:nvGrpSpPr>
        <p:cNvPr id="1" name=""/>
        <p:cNvGrpSpPr/>
        <p:nvPr/>
      </p:nvGrpSpPr>
      <p:grpSpPr>
        <a:xfrm>
          <a:off x="0" y="0"/>
          <a:ext cx="0" cy="0"/>
          <a:chOff x="0" y="0"/>
          <a:chExt cx="0" cy="0"/>
        </a:xfrm>
      </p:grpSpPr>
      <p:sp>
        <p:nvSpPr>
          <p:cNvPr id="2" name="Title 1">
            <a:extLst>
              <a:ext uri="{496C35C0-73B9-4720-BCCB-BD412D5A44DC}">
                <a16:creationId xmlns:a16="http://schemas.microsoft.com/office/drawing/2010/main" id="{8F6CDDB8-0EE1-4BE5-8EC4-C3B72897018E}"/>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C901A92E-942B-41A2-9E33-F4D9D1609A04}">
                <a16:creationId xmlns:a16="http://schemas.microsoft.com/office/drawing/2010/main" id="{9DC55047-A410-45E0-A028-239C9623669F}"/>
              </a:ext>
            </a:extLst>
          </p:cNvPr>
          <p:cNvSpPr>
            <a:spLocks noGrp="true"/>
          </p:cNvSpPr>
          <p:nvPr>
            <p:ph idx="1"/>
          </p:nvPr>
        </p:nvSpPr>
        <p:spPr>
          <a:xfrm rot="0">
            <a:off x="762000"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Content Placeholder 2">
            <a:extLst>
              <a:ext uri="{C1C1CBE1-05EC-4A62-9283-9273B6F2C5AD}">
                <a16:creationId xmlns:a16="http://schemas.microsoft.com/office/drawing/2010/main" id="{10BB1EFB-37F5-4D90-A156-0644A79B8FBF}"/>
              </a:ext>
            </a:extLst>
          </p:cNvPr>
          <p:cNvSpPr>
            <a:spLocks noGrp="true"/>
          </p:cNvSpPr>
          <p:nvPr>
            <p:ph idx="2"/>
          </p:nvPr>
        </p:nvSpPr>
        <p:spPr>
          <a:xfrm rot="0">
            <a:off x="4752975"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6">
            <a:extLst>
              <a:ext uri="{668A2E50-5092-47DE-A7C0-FD172CD6785D}">
                <a16:creationId xmlns:a16="http://schemas.microsoft.com/office/drawing/2010/main" id="{88016212-01E1-4B08-853C-A5051F15DD24}"/>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5">
            <a:extLst>
              <a:ext uri="{2CA3FFE4-C074-49C7-9772-6B753423F2DF}">
                <a16:creationId xmlns:a16="http://schemas.microsoft.com/office/drawing/2010/main" id="{8A75BBB3-1E26-46DF-ACC7-A9629140376F}"/>
              </a:ext>
            </a:extLst>
          </p:cNvPr>
          <p:cNvSpPr>
            <a:spLocks noGrp="true"/>
          </p:cNvSpPr>
          <p:nvPr>
            <p:ph idx="11" sz="quarter" type="ftr"/>
          </p:nvPr>
        </p:nvSpPr>
        <p:spPr/>
        <p:txBody>
          <a:bodyPr rtlCol="0"/>
          <a:lstStyle/>
          <a:p>
            <a:pPr/>
            <a:r>
              <a:rPr dirty="0" lang="en-US"/>
              <a:t>Footer</a:t>
            </a:r>
            <a:endParaRPr dirty="0" lang="en-US"/>
          </a:p>
        </p:txBody>
      </p:sp>
      <p:sp>
        <p:nvSpPr>
          <p:cNvPr id="7" name="Date Placeholder 4">
            <a:extLst>
              <a:ext uri="{F07F3010-68E4-4308-B7F0-C90FDA815C3D}">
                <a16:creationId xmlns:a16="http://schemas.microsoft.com/office/drawing/2010/main" id="{D435FA0B-6F9B-48B5-9C96-673CEE893D2F}"/>
              </a:ext>
            </a:extLst>
          </p:cNvPr>
          <p:cNvSpPr>
            <a:spLocks noGrp="true"/>
          </p:cNvSpPr>
          <p:nvPr>
            <p:ph idx="10" sz="half" type="dt"/>
          </p:nvPr>
        </p:nvSpPr>
        <p:spPr/>
        <p:txBody>
          <a:bodyPr rtlCol="0"/>
          <a:lstStyle/>
          <a:p>
            <a:pPr/>
            <a:r>
              <a:rPr dirty="0" lang="en-US"/>
              <a:t>Date</a:t>
            </a:r>
            <a:endParaRPr dirty="0" lang="en-US"/>
          </a:p>
        </p:txBody>
      </p:sp>
    </p:spTree>
    <p:extLst>
      <p:ext uri="{0F39C5B2-78B0-4056-B64D-4AE62C4B0803}">
        <p14:creationId xmlns:p14="http://schemas.microsoft.com/office/powerpoint/2010/main" val="1785244659669"/>
      </p:ext>
    </p:extLst>
  </p:cSld>
  <p:clrMapOvr>
    <a:masterClrMapping/>
  </p:clrMapOvr>
</p:sldLayout>
</file>

<file path=ppt/slideLayouts/slideLayout5.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TxTwoObj">
  <p:cSld name="Comparison">
    <p:spTree>
      <p:nvGrpSpPr>
        <p:cNvPr id="1" name=""/>
        <p:cNvGrpSpPr/>
        <p:nvPr/>
      </p:nvGrpSpPr>
      <p:grpSpPr>
        <a:xfrm>
          <a:off x="0" y="0"/>
          <a:ext cx="0" cy="0"/>
          <a:chOff x="0" y="0"/>
          <a:chExt cx="0" cy="0"/>
        </a:xfrm>
      </p:grpSpPr>
      <p:sp>
        <p:nvSpPr>
          <p:cNvPr id="2" name="Text Placeholder 2">
            <a:extLst>
              <a:ext uri="{64C780D2-25F4-4C02-8244-A0AA4D16F714}">
                <a16:creationId xmlns:a16="http://schemas.microsoft.com/office/drawing/2010/main" id="{58D01141-06C4-436B-8557-49EC8C6B7ACB}"/>
              </a:ext>
            </a:extLst>
          </p:cNvPr>
          <p:cNvSpPr>
            <a:spLocks noGrp="true"/>
          </p:cNvSpPr>
          <p:nvPr>
            <p:ph type="body"/>
          </p:nvPr>
        </p:nvSpPr>
        <p:spPr>
          <a:xfrm rot="0">
            <a:off x="762000"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3" name="Text Placeholder 4">
            <a:extLst>
              <a:ext uri="{1793811E-2FBB-4FEF-B631-654F95786F65}">
                <a16:creationId xmlns:a16="http://schemas.microsoft.com/office/drawing/2010/main" id="{00D72E0E-F1FF-41CB-8A8F-333D4074D18C}"/>
              </a:ext>
            </a:extLst>
          </p:cNvPr>
          <p:cNvSpPr>
            <a:spLocks noGrp="true"/>
          </p:cNvSpPr>
          <p:nvPr>
            <p:ph idx="1" type="body"/>
          </p:nvPr>
        </p:nvSpPr>
        <p:spPr>
          <a:xfrm rot="0">
            <a:off x="4754717"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4" name="Content Placeholder 2">
            <a:extLst>
              <a:ext uri="{310B898C-D8FD-4AAD-AA47-4E02F4084F21}">
                <a16:creationId xmlns:a16="http://schemas.microsoft.com/office/drawing/2010/main" id="{D9FC6043-0CC9-4D5C-9F9C-0BC1D3FFD738}"/>
              </a:ext>
            </a:extLst>
          </p:cNvPr>
          <p:cNvSpPr>
            <a:spLocks noGrp="true"/>
          </p:cNvSpPr>
          <p:nvPr>
            <p:ph idx="2"/>
          </p:nvPr>
        </p:nvSpPr>
        <p:spPr>
          <a:xfrm rot="0">
            <a:off x="762000"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Title 1">
            <a:extLst>
              <a:ext uri="{083D5B2A-60B5-4276-8F01-B771ECA82D23}">
                <a16:creationId xmlns:a16="http://schemas.microsoft.com/office/drawing/2010/main" id="{7759101E-1B33-45E9-88FA-7B910BA48C73}"/>
              </a:ext>
            </a:extLst>
          </p:cNvPr>
          <p:cNvSpPr>
            <a:spLocks noGrp="true"/>
          </p:cNvSpPr>
          <p:nvPr>
            <p:ph idx="3" type="title"/>
          </p:nvPr>
        </p:nvSpPr>
        <p:spPr/>
        <p:txBody>
          <a:bodyPr rtlCol="0"/>
          <a:lstStyle>
            <a:lvl1pPr lvl="0"/>
          </a:lstStyle>
          <a:p>
            <a:pPr/>
            <a:r>
              <a:rPr dirty="0" lang="en-US"/>
              <a:t>Click to edit Master title style</a:t>
            </a:r>
            <a:endParaRPr dirty="0" lang="en-US"/>
          </a:p>
        </p:txBody>
      </p:sp>
      <p:sp>
        <p:nvSpPr>
          <p:cNvPr id="6" name="Content Placeholder 2">
            <a:extLst>
              <a:ext uri="{68D9EBFF-C83A-418C-9DB6-522308070367}">
                <a16:creationId xmlns:a16="http://schemas.microsoft.com/office/drawing/2010/main" id="{5083CE0E-29FF-469B-9E5D-550817F578B3}"/>
              </a:ext>
            </a:extLst>
          </p:cNvPr>
          <p:cNvSpPr>
            <a:spLocks noGrp="true"/>
          </p:cNvSpPr>
          <p:nvPr>
            <p:ph idx="4"/>
          </p:nvPr>
        </p:nvSpPr>
        <p:spPr>
          <a:xfrm rot="0">
            <a:off x="4751443"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7" name="Date Placeholder 4">
            <a:extLst>
              <a:ext uri="{51562F0A-B16D-4FEF-B74C-9E9293034423}">
                <a16:creationId xmlns:a16="http://schemas.microsoft.com/office/drawing/2010/main" id="{008CE33A-D991-48F5-BB43-57B4EC547444}"/>
              </a:ext>
            </a:extLst>
          </p:cNvPr>
          <p:cNvSpPr>
            <a:spLocks noGrp="true"/>
          </p:cNvSpPr>
          <p:nvPr>
            <p:ph idx="10" sz="half" type="dt"/>
          </p:nvPr>
        </p:nvSpPr>
        <p:spPr/>
        <p:txBody>
          <a:bodyPr rtlCol="0"/>
          <a:lstStyle/>
          <a:p>
            <a:pPr/>
            <a:r>
              <a:rPr dirty="0" lang="en-US"/>
              <a:t>Date</a:t>
            </a:r>
            <a:endParaRPr dirty="0" lang="en-US"/>
          </a:p>
        </p:txBody>
      </p:sp>
      <p:sp>
        <p:nvSpPr>
          <p:cNvPr id="8" name="Footer Placeholder 5">
            <a:extLst>
              <a:ext uri="{3343330A-E391-420F-BCCB-E67C8074A7F0}">
                <a16:creationId xmlns:a16="http://schemas.microsoft.com/office/drawing/2010/main" id="{ABE6EF31-272B-4022-BB1D-3B69824C9EF8}"/>
              </a:ext>
            </a:extLst>
          </p:cNvPr>
          <p:cNvSpPr>
            <a:spLocks noGrp="true"/>
          </p:cNvSpPr>
          <p:nvPr>
            <p:ph idx="11" sz="quarter" type="ftr"/>
          </p:nvPr>
        </p:nvSpPr>
        <p:spPr/>
        <p:txBody>
          <a:bodyPr rtlCol="0"/>
          <a:lstStyle/>
          <a:p>
            <a:pPr/>
            <a:r>
              <a:rPr dirty="0" lang="en-US"/>
              <a:t>Footer</a:t>
            </a:r>
            <a:endParaRPr dirty="0" lang="en-US"/>
          </a:p>
        </p:txBody>
      </p:sp>
      <p:sp>
        <p:nvSpPr>
          <p:cNvPr id="9" name="Slide Number Placeholder 6">
            <a:extLst>
              <a:ext uri="{1C63005E-CCC1-4587-83F6-4A01B06068BE}">
                <a16:creationId xmlns:a16="http://schemas.microsoft.com/office/drawing/2010/main" id="{9590CF38-2840-48B8-AD20-1E8A8165568C}"/>
              </a:ext>
            </a:extLst>
          </p:cNvPr>
          <p:cNvSpPr>
            <a:spLocks noGrp="true"/>
          </p:cNvSpPr>
          <p:nvPr>
            <p:ph idx="12" sz="quarter" type="sldNum"/>
          </p:nvPr>
        </p:nvSpPr>
        <p:spPr/>
        <p:txBody>
          <a:bodyPr rtlCol="0"/>
          <a:lstStyle/>
          <a:p>
            <a:pPr/>
            <a:r>
              <a:rPr dirty="0" lang="en-US"/>
              <a:t>&lt;#&gt;</a:t>
            </a:r>
            <a:endParaRPr dirty="0" lang="en-US"/>
          </a:p>
        </p:txBody>
      </p:sp>
    </p:spTree>
    <p:extLst>
      <p:ext uri="{5CD97406-A39F-40EB-822C-6EA9DCF70A98}">
        <p14:creationId xmlns:p14="http://schemas.microsoft.com/office/powerpoint/2010/main" val="1785244659670"/>
      </p:ext>
    </p:extLst>
  </p:cSld>
  <p:clrMapOvr>
    <a:masterClrMapping/>
  </p:clrMapOvr>
</p:sldLayout>
</file>

<file path=ppt/slideLayouts/slideLayout6.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itleOnly">
  <p:cSld name="Title Only">
    <p:spTree>
      <p:nvGrpSpPr>
        <p:cNvPr id="1" name=""/>
        <p:cNvGrpSpPr/>
        <p:nvPr/>
      </p:nvGrpSpPr>
      <p:grpSpPr>
        <a:xfrm>
          <a:off x="0" y="0"/>
          <a:ext cx="0" cy="0"/>
          <a:chOff x="0" y="0"/>
          <a:chExt cx="0" cy="0"/>
        </a:xfrm>
      </p:grpSpPr>
      <p:sp>
        <p:nvSpPr>
          <p:cNvPr id="2" name="Title 1">
            <a:extLst>
              <a:ext uri="{037D65BE-D649-4A6D-BF6A-8B2B5833B511}">
                <a16:creationId xmlns:a16="http://schemas.microsoft.com/office/drawing/2010/main" id="{2C47C96D-7A48-434F-9CC9-AF4A3CBB3B7B}"/>
              </a:ext>
            </a:extLst>
          </p:cNvPr>
          <p:cNvSpPr>
            <a:spLocks noGrp="true"/>
          </p:cNvSpPr>
          <p:nvPr>
            <p:ph type="title"/>
          </p:nvPr>
        </p:nvSpPr>
        <p:spPr>
          <a:xfrm rot="0">
            <a:off x="762000" y="1914525"/>
            <a:ext cx="7620000" cy="857250"/>
          </a:xfrm>
        </p:spPr>
        <p:txBody>
          <a:bodyPr anchor="ctr" rtlCol="0"/>
          <a:lstStyle>
            <a:lvl1pPr algn="ctr" lvl="0">
              <a:defRPr dirty="0" lang="en-US" sz="3600"/>
            </a:lvl1pPr>
          </a:lstStyle>
          <a:p>
            <a:pPr/>
            <a:r>
              <a:rPr dirty="0" lang="en-US"/>
              <a:t>Click to edit Master title style</a:t>
            </a:r>
            <a:endParaRPr dirty="0" lang="en-US"/>
          </a:p>
        </p:txBody>
      </p:sp>
      <p:sp>
        <p:nvSpPr>
          <p:cNvPr id="3" name="Slide Number Placeholder 3">
            <a:extLst>
              <a:ext uri="{18768D40-BDF8-4058-8E15-70B0BA1412AE}">
                <a16:creationId xmlns:a16="http://schemas.microsoft.com/office/drawing/2010/main" id="{33FB298B-3534-4D1F-99B7-7C6F3A0F867B}"/>
              </a:ext>
            </a:extLst>
          </p:cNvPr>
          <p:cNvSpPr>
            <a:spLocks noGrp="true"/>
          </p:cNvSpPr>
          <p:nvPr>
            <p:ph idx="12" sz="quarter" type="sldNum"/>
          </p:nvPr>
        </p:nvSpPr>
        <p:spPr/>
        <p:txBody>
          <a:bodyPr rtlCol="0"/>
          <a:lstStyle/>
          <a:p>
            <a:pPr/>
            <a:r>
              <a:rPr dirty="0" lang="en-US"/>
              <a:t>&lt;#&gt;</a:t>
            </a:r>
            <a:endParaRPr dirty="0" lang="en-US"/>
          </a:p>
        </p:txBody>
      </p:sp>
      <p:sp>
        <p:nvSpPr>
          <p:cNvPr id="4" name="Footer Placeholder 2">
            <a:extLst>
              <a:ext uri="{23172734-8F0A-4047-83EE-2924402624C8}">
                <a16:creationId xmlns:a16="http://schemas.microsoft.com/office/drawing/2010/main" id="{309E85A2-8413-40BC-BC07-0DB1985E1E00}"/>
              </a:ext>
            </a:extLst>
          </p:cNvPr>
          <p:cNvSpPr>
            <a:spLocks noGrp="true"/>
          </p:cNvSpPr>
          <p:nvPr>
            <p:ph idx="11" sz="quarter" type="ftr"/>
          </p:nvPr>
        </p:nvSpPr>
        <p:spPr/>
        <p:txBody>
          <a:bodyPr rtlCol="0"/>
          <a:lstStyle/>
          <a:p>
            <a:pPr/>
            <a:r>
              <a:rPr dirty="0" lang="en-US"/>
              <a:t>Footer</a:t>
            </a:r>
            <a:endParaRPr dirty="0" lang="en-US"/>
          </a:p>
        </p:txBody>
      </p:sp>
      <p:sp>
        <p:nvSpPr>
          <p:cNvPr id="5" name="Date Placeholder 1">
            <a:extLst>
              <a:ext uri="{BA027C82-1273-4EF9-AF94-E5A619EC8A23}">
                <a16:creationId xmlns:a16="http://schemas.microsoft.com/office/drawing/2010/main" id="{156E3DC3-F27F-452E-8EC4-F53ACE9B3E2A}"/>
              </a:ext>
            </a:extLst>
          </p:cNvPr>
          <p:cNvSpPr>
            <a:spLocks noGrp="true"/>
          </p:cNvSpPr>
          <p:nvPr>
            <p:ph idx="10" sz="half" type="dt"/>
          </p:nvPr>
        </p:nvSpPr>
        <p:spPr/>
        <p:txBody>
          <a:bodyPr rtlCol="0"/>
          <a:lstStyle/>
          <a:p>
            <a:pPr/>
            <a:r>
              <a:rPr dirty="0" lang="en-US"/>
              <a:t>Date</a:t>
            </a:r>
            <a:endParaRPr dirty="0" lang="en-US"/>
          </a:p>
        </p:txBody>
      </p:sp>
    </p:spTree>
    <p:extLst>
      <p:ext uri="{8959FEDF-2A43-452F-834B-4F620535512E}">
        <p14:creationId xmlns:p14="http://schemas.microsoft.com/office/powerpoint/2010/main" val="1785244659670"/>
      </p:ext>
    </p:extLst>
  </p:cSld>
  <p:clrMapOvr>
    <a:masterClrMapping/>
  </p:clrMapOvr>
</p:sldLayout>
</file>

<file path=ppt/slideLayouts/slideLayout7.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blank">
  <p:cSld name="Blank">
    <p:spTree>
      <p:nvGrpSpPr>
        <p:cNvPr id="1" name=""/>
        <p:cNvGrpSpPr/>
        <p:nvPr/>
      </p:nvGrpSpPr>
      <p:grpSpPr>
        <a:xfrm>
          <a:off x="0" y="0"/>
          <a:ext cx="0" cy="0"/>
          <a:chOff x="0" y="0"/>
          <a:chExt cx="0" cy="0"/>
        </a:xfrm>
      </p:grpSpPr>
      <p:sp>
        <p:nvSpPr>
          <p:cNvPr id="2" name="Slide Number Placeholder 3">
            <a:extLst>
              <a:ext uri="{6843D72F-F6D1-4282-AA93-55015D2CE492}">
                <a16:creationId xmlns:a16="http://schemas.microsoft.com/office/drawing/2010/main" id="{D6BB280E-177C-423B-A944-068F791E44CD}"/>
              </a:ext>
            </a:extLst>
          </p:cNvPr>
          <p:cNvSpPr>
            <a:spLocks noGrp="true"/>
          </p:cNvSpPr>
          <p:nvPr>
            <p:ph idx="12" sz="quarter" type="sldNum"/>
          </p:nvPr>
        </p:nvSpPr>
        <p:spPr/>
        <p:txBody>
          <a:bodyPr rtlCol="0"/>
          <a:lstStyle/>
          <a:p>
            <a:pPr/>
            <a:r>
              <a:rPr dirty="0" lang="en-US"/>
              <a:t>&lt;#&gt;</a:t>
            </a:r>
            <a:endParaRPr dirty="0" lang="en-US"/>
          </a:p>
        </p:txBody>
      </p:sp>
      <p:sp>
        <p:nvSpPr>
          <p:cNvPr id="3" name="Footer Placeholder 2">
            <a:extLst>
              <a:ext uri="{40EBCFDF-8B32-4792-A847-3AD3222E0AA7}">
                <a16:creationId xmlns:a16="http://schemas.microsoft.com/office/drawing/2010/main" id="{3D2A4E45-DB9F-4E52-87D2-49ED55A87791}"/>
              </a:ext>
            </a:extLst>
          </p:cNvPr>
          <p:cNvSpPr>
            <a:spLocks noGrp="true"/>
          </p:cNvSpPr>
          <p:nvPr>
            <p:ph idx="11" sz="quarter" type="ftr"/>
          </p:nvPr>
        </p:nvSpPr>
        <p:spPr/>
        <p:txBody>
          <a:bodyPr rtlCol="0"/>
          <a:lstStyle/>
          <a:p>
            <a:pPr/>
            <a:r>
              <a:rPr dirty="0" lang="en-US"/>
              <a:t>Footer</a:t>
            </a:r>
            <a:endParaRPr dirty="0" lang="en-US"/>
          </a:p>
        </p:txBody>
      </p:sp>
      <p:sp>
        <p:nvSpPr>
          <p:cNvPr id="4" name="Date Placeholder 1">
            <a:extLst>
              <a:ext uri="{D4532CD7-57A0-48F7-9651-4EB75E820BC4}">
                <a16:creationId xmlns:a16="http://schemas.microsoft.com/office/drawing/2010/main" id="{A9DD9F91-5ED8-40AD-AC39-84E18A713722}"/>
              </a:ext>
            </a:extLst>
          </p:cNvPr>
          <p:cNvSpPr>
            <a:spLocks noGrp="true"/>
          </p:cNvSpPr>
          <p:nvPr>
            <p:ph idx="10" sz="half" type="dt"/>
          </p:nvPr>
        </p:nvSpPr>
        <p:spPr/>
        <p:txBody>
          <a:bodyPr rtlCol="0"/>
          <a:lstStyle/>
          <a:p>
            <a:pPr/>
            <a:r>
              <a:rPr dirty="0" lang="en-US"/>
              <a:t>Date</a:t>
            </a:r>
            <a:endParaRPr dirty="0" lang="en-US"/>
          </a:p>
        </p:txBody>
      </p:sp>
    </p:spTree>
    <p:extLst>
      <p:ext uri="{21E2DCA9-325F-4479-8E9F-23BB0022DE01}">
        <p14:creationId xmlns:p14="http://schemas.microsoft.com/office/powerpoint/2010/main" val="1785244659671"/>
      </p:ext>
    </p:extLst>
  </p:cSld>
  <p:clrMapOvr>
    <a:masterClrMapping/>
  </p:clrMapOvr>
</p:sldLayout>
</file>

<file path=ppt/slideLayouts/slideLayout8.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objTx">
  <p:cSld name="Content with Caption">
    <p:spTree>
      <p:nvGrpSpPr>
        <p:cNvPr id="1" name=""/>
        <p:cNvGrpSpPr/>
        <p:nvPr/>
      </p:nvGrpSpPr>
      <p:grpSpPr>
        <a:xfrm>
          <a:off x="0" y="0"/>
          <a:ext cx="0" cy="0"/>
          <a:chOff x="0" y="0"/>
          <a:chExt cx="0" cy="0"/>
        </a:xfrm>
      </p:grpSpPr>
      <p:sp>
        <p:nvSpPr>
          <p:cNvPr id="2" name="Title 1">
            <a:extLst>
              <a:ext uri="{F39362F4-915A-4B2B-97B1-D883B754BF76}">
                <a16:creationId xmlns:a16="http://schemas.microsoft.com/office/drawing/2010/main" id="{E8D44D33-EDAB-4AF8-80DB-7E097DE75767}"/>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Text Placeholder 3">
            <a:extLst>
              <a:ext uri="{1B77F728-5E89-43DD-A516-F19E3FCDF192}">
                <a16:creationId xmlns:a16="http://schemas.microsoft.com/office/drawing/2010/main" id="{15BF63C6-0321-419E-BD5B-526273B36FAF}"/>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4" name="Content Placeholder 2">
            <a:extLst>
              <a:ext uri="{1566A6AD-3644-48E6-B0AD-8D65BEDBC267}">
                <a16:creationId xmlns:a16="http://schemas.microsoft.com/office/drawing/2010/main" id="{3D287DE8-7AA4-44B9-8152-D4BABC32E336}"/>
              </a:ext>
            </a:extLst>
          </p:cNvPr>
          <p:cNvSpPr>
            <a:spLocks noGrp="true"/>
          </p:cNvSpPr>
          <p:nvPr>
            <p:ph idx="2"/>
          </p:nvPr>
        </p:nvSpPr>
        <p:spPr>
          <a:xfrm rot="0">
            <a:off x="3776758" y="1447800"/>
            <a:ext cx="4605242" cy="300037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3">
            <a:extLst>
              <a:ext uri="{FE3441B9-1A94-4CD1-8B17-1333FC3168C5}">
                <a16:creationId xmlns:a16="http://schemas.microsoft.com/office/drawing/2010/main" id="{F8AADBDD-061C-4FC2-9E7C-DDB45ABF56FF}"/>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2">
            <a:extLst>
              <a:ext uri="{BF26F665-4940-40F4-BC82-A93A8FE2EABB}">
                <a16:creationId xmlns:a16="http://schemas.microsoft.com/office/drawing/2010/main" id="{74A6F64A-1DE2-4AA7-A993-4E1B8159467E}"/>
              </a:ext>
            </a:extLst>
          </p:cNvPr>
          <p:cNvSpPr>
            <a:spLocks noGrp="true"/>
          </p:cNvSpPr>
          <p:nvPr>
            <p:ph idx="11" sz="quarter" type="ftr"/>
          </p:nvPr>
        </p:nvSpPr>
        <p:spPr/>
        <p:txBody>
          <a:bodyPr rtlCol="0"/>
          <a:lstStyle/>
          <a:p>
            <a:pPr/>
            <a:r>
              <a:rPr dirty="0" lang="en-US"/>
              <a:t>Footer</a:t>
            </a:r>
            <a:endParaRPr dirty="0" lang="en-US"/>
          </a:p>
        </p:txBody>
      </p:sp>
      <p:sp>
        <p:nvSpPr>
          <p:cNvPr id="7" name="Date Placeholder 1">
            <a:extLst>
              <a:ext uri="{6B7EDC2A-E42B-4E03-8EF7-3D722822F1F7}">
                <a16:creationId xmlns:a16="http://schemas.microsoft.com/office/drawing/2010/main" id="{D4E89E58-B98D-49BA-8338-2A1CA25ECBED}"/>
              </a:ext>
            </a:extLst>
          </p:cNvPr>
          <p:cNvSpPr>
            <a:spLocks noGrp="true"/>
          </p:cNvSpPr>
          <p:nvPr>
            <p:ph idx="10" sz="half" type="dt"/>
          </p:nvPr>
        </p:nvSpPr>
        <p:spPr/>
        <p:txBody>
          <a:bodyPr rtlCol="0"/>
          <a:lstStyle/>
          <a:p>
            <a:pPr/>
            <a:r>
              <a:rPr dirty="0" lang="en-US"/>
              <a:t>Date</a:t>
            </a:r>
            <a:endParaRPr dirty="0" lang="en-US"/>
          </a:p>
        </p:txBody>
      </p:sp>
    </p:spTree>
    <p:extLst>
      <p:ext uri="{0F2053ED-E99F-4AF4-9897-D8C4955332F8}">
        <p14:creationId xmlns:p14="http://schemas.microsoft.com/office/powerpoint/2010/main" val="1785244659671"/>
      </p:ext>
    </p:extLst>
  </p:cSld>
  <p:clrMapOvr>
    <a:masterClrMapping/>
  </p:clrMapOvr>
</p:sldLayout>
</file>

<file path=ppt/slideLayouts/slideLayout9.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picTx">
  <p:cSld name="Picture with Caption">
    <p:spTree>
      <p:nvGrpSpPr>
        <p:cNvPr id="1" name=""/>
        <p:cNvGrpSpPr/>
        <p:nvPr/>
      </p:nvGrpSpPr>
      <p:grpSpPr>
        <a:xfrm>
          <a:off x="0" y="0"/>
          <a:ext cx="0" cy="0"/>
          <a:chOff x="0" y="0"/>
          <a:chExt cx="0" cy="0"/>
        </a:xfrm>
      </p:grpSpPr>
      <p:sp>
        <p:nvSpPr>
          <p:cNvPr id="2" name="Rectangle 16">
            <a:extLst>
              <a:ext uri="{31103EC7-AB2E-49EC-80F6-2521411E8C75}">
                <a16:creationId xmlns:a16="http://schemas.microsoft.com/office/drawing/2010/main" id="{3EF9B0EB-347C-4956-B854-AA2330264B2D}"/>
              </a:ext>
            </a:extLst>
          </p:cNvPr>
          <p:cNvSpPr/>
          <p:nvPr/>
        </p:nvSpPr>
        <p:spPr>
          <a:xfrm rot="0">
            <a:off x="3718307" y="1437411"/>
            <a:ext cx="4663693" cy="3037029"/>
          </a:xfrm>
          <a:prstGeom prst="rect">
            <a:avLst/>
          </a:prstGeom>
          <a:noFill/>
          <a:ln cap="flat" w="6350">
            <a:solidFill>
              <a:schemeClr val="bg1">
                <a:lumMod val="75000"/>
              </a:schemeClr>
            </a:solidFill>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3" name="Title 1">
            <a:extLst>
              <a:ext uri="{353C3C64-6930-47CC-8C33-C2FC7EF4880C}">
                <a16:creationId xmlns:a16="http://schemas.microsoft.com/office/drawing/2010/main" id="{425A49E2-A052-4DA7-9BE4-535CEFBB662A}"/>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4" name="Text Placeholder 3">
            <a:extLst>
              <a:ext uri="{AE90FCB2-3782-4A72-B868-589B63E4B21B}">
                <a16:creationId xmlns:a16="http://schemas.microsoft.com/office/drawing/2010/main" id="{1B3BBA66-505A-424F-8A92-EA2404959902}"/>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5" name="Picture Placeholder 2">
            <a:extLst>
              <a:ext uri="{273C788A-A2B5-4DE8-838A-DA1836D099FE}">
                <a16:creationId xmlns:a16="http://schemas.microsoft.com/office/drawing/2010/main" id="{AF3D00CB-6FDE-4EFA-9F2B-59F5ADCA59CD}"/>
              </a:ext>
            </a:extLst>
          </p:cNvPr>
          <p:cNvSpPr>
            <a:spLocks noGrp="true"/>
          </p:cNvSpPr>
          <p:nvPr>
            <p:ph idx="2" type="pic"/>
          </p:nvPr>
        </p:nvSpPr>
        <p:spPr>
          <a:xfrm rot="0">
            <a:off x="3775220" y="1492944"/>
            <a:ext cx="4543283" cy="2925962"/>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Slide Number Placeholder 4">
            <a:extLst>
              <a:ext uri="{0D0870F5-D4EE-422C-9FEF-FFD7C896514F}">
                <a16:creationId xmlns:a16="http://schemas.microsoft.com/office/drawing/2010/main" id="{D5797F99-4835-4E1C-8632-EEEE54092CC1}"/>
              </a:ext>
            </a:extLst>
          </p:cNvPr>
          <p:cNvSpPr>
            <a:spLocks noGrp="true"/>
          </p:cNvSpPr>
          <p:nvPr>
            <p:ph idx="12" sz="quarter" type="sldNum"/>
          </p:nvPr>
        </p:nvSpPr>
        <p:spPr/>
        <p:txBody>
          <a:bodyPr rtlCol="0"/>
          <a:lstStyle/>
          <a:p>
            <a:pPr/>
            <a:r>
              <a:rPr dirty="0" lang="en-US"/>
              <a:t>&lt;#&gt;</a:t>
            </a:r>
            <a:endParaRPr dirty="0" lang="en-US"/>
          </a:p>
        </p:txBody>
      </p:sp>
      <p:sp>
        <p:nvSpPr>
          <p:cNvPr id="7" name="Footer Placeholder 3">
            <a:extLst>
              <a:ext uri="{A5F20BE0-36FA-4B24-B21B-525612B2D3BE}">
                <a16:creationId xmlns:a16="http://schemas.microsoft.com/office/drawing/2010/main" id="{A256F360-B892-4C21-9846-2E1B33D2CEF7}"/>
              </a:ext>
            </a:extLst>
          </p:cNvPr>
          <p:cNvSpPr>
            <a:spLocks noGrp="true"/>
          </p:cNvSpPr>
          <p:nvPr>
            <p:ph idx="11" sz="quarter" type="ftr"/>
          </p:nvPr>
        </p:nvSpPr>
        <p:spPr/>
        <p:txBody>
          <a:bodyPr rtlCol="0"/>
          <a:lstStyle/>
          <a:p>
            <a:pPr/>
            <a:r>
              <a:rPr dirty="0" lang="en-US"/>
              <a:t>Footer</a:t>
            </a:r>
            <a:endParaRPr dirty="0" lang="en-US"/>
          </a:p>
        </p:txBody>
      </p:sp>
      <p:sp>
        <p:nvSpPr>
          <p:cNvPr id="8" name="Date Placeholder 1">
            <a:extLst>
              <a:ext uri="{6D9766C0-7DC6-4E76-96E4-DB0BAE429AB3}">
                <a16:creationId xmlns:a16="http://schemas.microsoft.com/office/drawing/2010/main" id="{4E0CB2E2-2883-41D8-A63D-C38F17241710}"/>
              </a:ext>
            </a:extLst>
          </p:cNvPr>
          <p:cNvSpPr>
            <a:spLocks noGrp="true"/>
          </p:cNvSpPr>
          <p:nvPr>
            <p:ph idx="10" sz="half" type="dt"/>
          </p:nvPr>
        </p:nvSpPr>
        <p:spPr/>
        <p:txBody>
          <a:bodyPr rtlCol="0"/>
          <a:lstStyle/>
          <a:p>
            <a:pPr/>
            <a:r>
              <a:rPr dirty="0" lang="en-US"/>
              <a:t>Date</a:t>
            </a:r>
            <a:endParaRPr dirty="0" lang="en-US"/>
          </a:p>
        </p:txBody>
      </p:sp>
    </p:spTree>
    <p:extLst>
      <p:ext uri="{93719F6A-58A4-4915-A9D8-885115D74590}">
        <p14:creationId xmlns:p14="http://schemas.microsoft.com/office/powerpoint/2010/main" val="1785244659672"/>
      </p:ext>
    </p:extLst>
  </p:cSld>
  <p:clrMapOvr>
    <a:masterClrMapping/>
  </p:clrMapOvr>
</p:sldLayout>
</file>

<file path=ppt/slideLayouts/slideLayout10.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Text, and Images">
    <p:spTree>
      <p:nvGrpSpPr>
        <p:cNvPr id="1" name=""/>
        <p:cNvGrpSpPr/>
        <p:nvPr/>
      </p:nvGrpSpPr>
      <p:grpSpPr>
        <a:xfrm>
          <a:off x="0" y="0"/>
          <a:ext cx="0" cy="0"/>
          <a:chOff x="0" y="0"/>
          <a:chExt cx="0" cy="0"/>
        </a:xfrm>
      </p:grpSpPr>
      <p:sp>
        <p:nvSpPr>
          <p:cNvPr id="2" name="Rectangle 19">
            <a:extLst>
              <a:ext uri="{86CD68F1-839E-4DE3-9D57-225CBD62B9AE}">
                <a16:creationId xmlns:a16="http://schemas.microsoft.com/office/drawing/2010/main" id="{62ABEA1C-8CD2-414D-A343-71318870A24D}"/>
              </a:ext>
            </a:extLst>
          </p:cNvPr>
          <p:cNvSpPr/>
          <p:nvPr/>
        </p:nvSpPr>
        <p:spPr>
          <a:xfrm rot="0">
            <a:off x="774703" y="1417637"/>
            <a:ext cx="185052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3" name="Rectangle 20">
            <a:extLst>
              <a:ext uri="{7107D6EB-E966-43AC-98B5-1C23AC09F184}">
                <a16:creationId xmlns:a16="http://schemas.microsoft.com/office/drawing/2010/main" id="{C1EBE9B4-7B16-4E90-B5B9-C71A04633236}"/>
              </a:ext>
            </a:extLst>
          </p:cNvPr>
          <p:cNvSpPr/>
          <p:nvPr/>
        </p:nvSpPr>
        <p:spPr>
          <a:xfrm rot="0">
            <a:off x="2774950" y="1417637"/>
            <a:ext cx="358031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4" name="Rectangle 22">
            <a:extLst>
              <a:ext uri="{0FB57EE0-738C-4464-9FEA-A92D9757F1F4}">
                <a16:creationId xmlns:a16="http://schemas.microsoft.com/office/drawing/2010/main" id="{E56D27F2-946B-44A4-A888-14433171D7B0}"/>
              </a:ext>
            </a:extLst>
          </p:cNvPr>
          <p:cNvSpPr/>
          <p:nvPr/>
        </p:nvSpPr>
        <p:spPr>
          <a:xfrm rot="0">
            <a:off x="6496050" y="1417637"/>
            <a:ext cx="1882776" cy="2192337"/>
          </a:xfrm>
          <a:custGeom>
            <a:avLst/>
            <a:gdLst/>
            <a:ahLst/>
            <a:cxnLst/>
            <a:rect b="b" l="0" r="r" t="0"/>
            <a:pathLst>
              <a:path h="2192337" w="1882776">
                <a:moveTo>
                  <a:pt x="9525" y="0"/>
                </a:moveTo>
                <a:lnTo>
                  <a:pt x="1882777" y="0"/>
                </a:lnTo>
                <a:lnTo>
                  <a:pt x="1882777" y="2192337"/>
                </a:lnTo>
                <a:lnTo>
                  <a:pt x="9525" y="2192337"/>
                </a:lnTo>
                <a:close/>
              </a:path>
            </a:pathLst>
          </a:cu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5" name="Title 1">
            <a:extLst>
              <a:ext uri="{C6E67C39-73FC-42AA-A0F0-F8BCC85966B2}">
                <a16:creationId xmlns:a16="http://schemas.microsoft.com/office/drawing/2010/main" id="{4F28C9B6-F37A-4F39-8D90-F1C0272246E4}"/>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6" name="Picture Placeholder 2">
            <a:extLst>
              <a:ext uri="{8627B803-222C-4786-ACC7-326798B87632}">
                <a16:creationId xmlns:a16="http://schemas.microsoft.com/office/drawing/2010/main" id="{B212C2A4-567C-404A-869D-DC996C44581B}"/>
              </a:ext>
            </a:extLst>
          </p:cNvPr>
          <p:cNvSpPr>
            <a:spLocks noGrp="true"/>
          </p:cNvSpPr>
          <p:nvPr>
            <p:ph idx="1" type="pic"/>
          </p:nvPr>
        </p:nvSpPr>
        <p:spPr>
          <a:xfrm rot="0">
            <a:off x="835027" y="1474787"/>
            <a:ext cx="1723499"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Content Placeholder 2">
            <a:extLst>
              <a:ext uri="{5A3195D9-44B9-466A-9F38-344643DE4BC8}">
                <a16:creationId xmlns:a16="http://schemas.microsoft.com/office/drawing/2010/main" id="{70093267-D726-4EE7-9A77-6ACF09E2FC8D}"/>
              </a:ext>
            </a:extLst>
          </p:cNvPr>
          <p:cNvSpPr>
            <a:spLocks noGrp="true"/>
          </p:cNvSpPr>
          <p:nvPr>
            <p:ph idx="2" type="body"/>
          </p:nvPr>
        </p:nvSpPr>
        <p:spPr>
          <a:xfrm rot="0">
            <a:off x="762000" y="3810000"/>
            <a:ext cx="1847850"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8" name="Picture Placeholder 2">
            <a:extLst>
              <a:ext uri="{4CAA3CDD-E2AD-415E-9237-416DAFE28D76}">
                <a16:creationId xmlns:a16="http://schemas.microsoft.com/office/drawing/2010/main" id="{2F5A6EA8-9F61-46B3-9391-CFEE5E398FC0}"/>
              </a:ext>
            </a:extLst>
          </p:cNvPr>
          <p:cNvSpPr>
            <a:spLocks noGrp="true"/>
          </p:cNvSpPr>
          <p:nvPr>
            <p:ph idx="3" type="pic"/>
          </p:nvPr>
        </p:nvSpPr>
        <p:spPr>
          <a:xfrm rot="0">
            <a:off x="2835275" y="1474787"/>
            <a:ext cx="3459670"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9" name="Content Placeholder 2">
            <a:extLst>
              <a:ext uri="{3CFAD5C1-8702-4E1E-8E5D-54515B3FDC7B}">
                <a16:creationId xmlns:a16="http://schemas.microsoft.com/office/drawing/2010/main" id="{6348F908-F004-46C3-8745-55EBC870E910}"/>
              </a:ext>
            </a:extLst>
          </p:cNvPr>
          <p:cNvSpPr>
            <a:spLocks noGrp="true"/>
          </p:cNvSpPr>
          <p:nvPr>
            <p:ph idx="4" type="body"/>
          </p:nvPr>
        </p:nvSpPr>
        <p:spPr>
          <a:xfrm rot="0">
            <a:off x="2777561" y="3810000"/>
            <a:ext cx="3577708"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0" name="Picture Placeholder 2">
            <a:extLst>
              <a:ext uri="{2E144EE9-379B-4EE5-8D0C-3F09008BC9B8}">
                <a16:creationId xmlns:a16="http://schemas.microsoft.com/office/drawing/2010/main" id="{CA0E08AD-3BEC-4D2F-9876-FAB71E0ACFAD}"/>
              </a:ext>
            </a:extLst>
          </p:cNvPr>
          <p:cNvSpPr>
            <a:spLocks noGrp="true"/>
          </p:cNvSpPr>
          <p:nvPr>
            <p:ph idx="5" type="pic"/>
          </p:nvPr>
        </p:nvSpPr>
        <p:spPr>
          <a:xfrm rot="0">
            <a:off x="6581774" y="1474787"/>
            <a:ext cx="1724025"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11" name="Content Placeholder 2">
            <a:extLst>
              <a:ext uri="{5E27F8BC-2697-480F-A7A8-0139CFA0AAC8}">
                <a16:creationId xmlns:a16="http://schemas.microsoft.com/office/drawing/2010/main" id="{3995C820-673F-483A-8556-F374324067D6}"/>
              </a:ext>
            </a:extLst>
          </p:cNvPr>
          <p:cNvSpPr>
            <a:spLocks noGrp="true"/>
          </p:cNvSpPr>
          <p:nvPr>
            <p:ph idx="6" type="body"/>
          </p:nvPr>
        </p:nvSpPr>
        <p:spPr>
          <a:xfrm rot="0">
            <a:off x="6496050" y="3810000"/>
            <a:ext cx="1882775"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2" name="Slide Number Placeholder 4">
            <a:extLst>
              <a:ext uri="{0515F111-E68D-4697-A399-832D75F85C37}">
                <a16:creationId xmlns:a16="http://schemas.microsoft.com/office/drawing/2010/main" id="{CF66D58B-E8E0-4D7B-A631-5750B59EE596}"/>
              </a:ext>
            </a:extLst>
          </p:cNvPr>
          <p:cNvSpPr>
            <a:spLocks noGrp="true"/>
          </p:cNvSpPr>
          <p:nvPr>
            <p:ph idx="12" sz="quarter" type="sldNum"/>
          </p:nvPr>
        </p:nvSpPr>
        <p:spPr/>
        <p:txBody>
          <a:bodyPr rtlCol="0"/>
          <a:lstStyle/>
          <a:p>
            <a:pPr/>
            <a:r>
              <a:rPr dirty="0" lang="en-US"/>
              <a:t>&lt;#&gt;</a:t>
            </a:r>
            <a:endParaRPr dirty="0" lang="en-US"/>
          </a:p>
        </p:txBody>
      </p:sp>
      <p:sp>
        <p:nvSpPr>
          <p:cNvPr id="13" name="Footer Placeholder 3">
            <a:extLst>
              <a:ext uri="{9B74A76D-7450-428D-B076-D013CAB2DFC8}">
                <a16:creationId xmlns:a16="http://schemas.microsoft.com/office/drawing/2010/main" id="{EC2AC765-29DD-41CE-A876-A553E6856FD4}"/>
              </a:ext>
            </a:extLst>
          </p:cNvPr>
          <p:cNvSpPr>
            <a:spLocks noGrp="true"/>
          </p:cNvSpPr>
          <p:nvPr>
            <p:ph idx="11" sz="quarter" type="ftr"/>
          </p:nvPr>
        </p:nvSpPr>
        <p:spPr/>
        <p:txBody>
          <a:bodyPr rtlCol="0"/>
          <a:lstStyle/>
          <a:p>
            <a:pPr/>
            <a:r>
              <a:rPr dirty="0" lang="en-US"/>
              <a:t>Footer</a:t>
            </a:r>
            <a:endParaRPr dirty="0" lang="en-US"/>
          </a:p>
        </p:txBody>
      </p:sp>
      <p:sp>
        <p:nvSpPr>
          <p:cNvPr id="14" name="Date Placeholder 1">
            <a:extLst>
              <a:ext uri="{9EAF300D-8589-4C6B-881E-5BBB3E00CE33}">
                <a16:creationId xmlns:a16="http://schemas.microsoft.com/office/drawing/2010/main" id="{2346CBE8-0985-4410-B187-469DDB79DF30}"/>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0080F5C7-81C0-465E-A721-EC9A06ACB6F7}">
        <p14:creationId xmlns:p14="http://schemas.microsoft.com/office/powerpoint/2010/main" val="1785244659673"/>
      </p:ext>
    </p:extLst>
  </p:cSld>
  <p:clrMapOvr>
    <a:masterClrMapping/>
  </p:clrMapOvr>
</p:sldLayout>
</file>

<file path=ppt/slideLayouts/slideLayout1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 and Images">
    <p:spTree>
      <p:nvGrpSpPr>
        <p:cNvPr id="1" name=""/>
        <p:cNvGrpSpPr/>
        <p:nvPr/>
      </p:nvGrpSpPr>
      <p:grpSpPr>
        <a:xfrm>
          <a:off x="0" y="0"/>
          <a:ext cx="0" cy="0"/>
          <a:chOff x="0" y="0"/>
          <a:chExt cx="0" cy="0"/>
        </a:xfrm>
      </p:grpSpPr>
      <p:sp>
        <p:nvSpPr>
          <p:cNvPr id="2" name="Title 1">
            <a:extLst>
              <a:ext uri="{BE328834-41AA-422D-88CA-F5C2EFBE2D47}">
                <a16:creationId xmlns:a16="http://schemas.microsoft.com/office/drawing/2010/main" id="{72101B0E-130B-443B-B5FF-59159D41D9FC}"/>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Picture Placeholder 2">
            <a:extLst>
              <a:ext uri="{D009E2C1-A02E-4959-81D3-4C73E9E40E77}">
                <a16:creationId xmlns:a16="http://schemas.microsoft.com/office/drawing/2010/main" id="{4DF55AC1-12E0-4876-9FAC-4A91C442C744}"/>
              </a:ext>
            </a:extLst>
          </p:cNvPr>
          <p:cNvSpPr>
            <a:spLocks noGrp="true"/>
          </p:cNvSpPr>
          <p:nvPr>
            <p:ph idx="1" type="pic"/>
          </p:nvPr>
        </p:nvSpPr>
        <p:spPr>
          <a:xfrm rot="0">
            <a:off x="3048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4" name="Picture Placeholder 2">
            <a:extLst>
              <a:ext uri="{0D353D81-938E-4588-9DE7-5DE5C2AED450}">
                <a16:creationId xmlns:a16="http://schemas.microsoft.com/office/drawing/2010/main" id="{7245C542-7C16-4F35-8803-63706CBF04BF}"/>
              </a:ext>
            </a:extLst>
          </p:cNvPr>
          <p:cNvSpPr>
            <a:spLocks noGrp="true"/>
          </p:cNvSpPr>
          <p:nvPr>
            <p:ph idx="2" type="pic"/>
          </p:nvPr>
        </p:nvSpPr>
        <p:spPr>
          <a:xfrm rot="0">
            <a:off x="24701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5" name="Picture Placeholder 2">
            <a:extLst>
              <a:ext uri="{953367B1-3691-47BD-9647-75663EF0583A}">
                <a16:creationId xmlns:a16="http://schemas.microsoft.com/office/drawing/2010/main" id="{2F145E4D-A6B4-46F0-A238-23A6B5FF3B86}"/>
              </a:ext>
            </a:extLst>
          </p:cNvPr>
          <p:cNvSpPr>
            <a:spLocks noGrp="true"/>
          </p:cNvSpPr>
          <p:nvPr>
            <p:ph idx="3" type="pic"/>
          </p:nvPr>
        </p:nvSpPr>
        <p:spPr>
          <a:xfrm rot="0">
            <a:off x="46355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Picture Placeholder 2">
            <a:extLst>
              <a:ext uri="{CDB6ACF5-2DC2-43D2-A457-20F8BF791DAC}">
                <a16:creationId xmlns:a16="http://schemas.microsoft.com/office/drawing/2010/main" id="{5FB5DCA9-B6E6-4B14-BBCA-11EDB8773384}"/>
              </a:ext>
            </a:extLst>
          </p:cNvPr>
          <p:cNvSpPr>
            <a:spLocks noGrp="true"/>
          </p:cNvSpPr>
          <p:nvPr>
            <p:ph idx="4" type="pic"/>
          </p:nvPr>
        </p:nvSpPr>
        <p:spPr>
          <a:xfrm rot="0">
            <a:off x="68008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Slide Number Placeholder 4">
            <a:extLst>
              <a:ext uri="{43A74B5E-4620-49B5-B0E4-BD12299B86C2}">
                <a16:creationId xmlns:a16="http://schemas.microsoft.com/office/drawing/2010/main" id="{EDF89BD1-CD51-490E-986D-FC4388431FE2}"/>
              </a:ext>
            </a:extLst>
          </p:cNvPr>
          <p:cNvSpPr>
            <a:spLocks noGrp="true"/>
          </p:cNvSpPr>
          <p:nvPr>
            <p:ph idx="12" sz="quarter" type="sldNum"/>
          </p:nvPr>
        </p:nvSpPr>
        <p:spPr/>
        <p:txBody>
          <a:bodyPr rtlCol="0"/>
          <a:lstStyle/>
          <a:p>
            <a:pPr/>
            <a:r>
              <a:rPr dirty="0" lang="en-US"/>
              <a:t>&lt;#&gt;</a:t>
            </a:r>
            <a:endParaRPr dirty="0" lang="en-US"/>
          </a:p>
        </p:txBody>
      </p:sp>
      <p:sp>
        <p:nvSpPr>
          <p:cNvPr id="8" name="Footer Placeholder 3">
            <a:extLst>
              <a:ext uri="{2F8E248B-17EE-484D-AEA2-0ACCB4210E27}">
                <a16:creationId xmlns:a16="http://schemas.microsoft.com/office/drawing/2010/main" id="{1C3BB893-7699-492C-8C6E-EBF71CD35FA5}"/>
              </a:ext>
            </a:extLst>
          </p:cNvPr>
          <p:cNvSpPr>
            <a:spLocks noGrp="true"/>
          </p:cNvSpPr>
          <p:nvPr>
            <p:ph idx="11" sz="quarter" type="ftr"/>
          </p:nvPr>
        </p:nvSpPr>
        <p:spPr/>
        <p:txBody>
          <a:bodyPr rtlCol="0"/>
          <a:lstStyle/>
          <a:p>
            <a:pPr/>
            <a:r>
              <a:rPr dirty="0" lang="en-US"/>
              <a:t>Footer</a:t>
            </a:r>
            <a:endParaRPr dirty="0" lang="en-US"/>
          </a:p>
        </p:txBody>
      </p:sp>
      <p:sp>
        <p:nvSpPr>
          <p:cNvPr id="9" name="Date Placeholder 1">
            <a:extLst>
              <a:ext uri="{1EFA2BF2-35FE-4E75-9E50-284022AE5F4E}">
                <a16:creationId xmlns:a16="http://schemas.microsoft.com/office/drawing/2010/main" id="{37B9C028-9AF7-4FD2-89DA-B98DE65F5E8C}"/>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70F7095C-266A-45D0-B206-A9068BF7B32A}">
        <p14:creationId xmlns:p14="http://schemas.microsoft.com/office/powerpoint/2010/main" val="1785244659674"/>
      </p:ext>
    </p:extLst>
  </p:cSld>
  <p:clrMapOvr>
    <a:masterClrMapping/>
  </p:clrMapOvr>
</p:sldLayout>
</file>

<file path=ppt/slideLayouts/slideLayout1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false" type="cust">
  <p:cSld name="TMLNS1-Layout-04">
    <p:bg>
      <p:bgPr>
        <a:solidFill>
          <a:srgbClr val="f6f9fd"/>
        </a:solidFill>
        <a:effectLst/>
      </p:bgPr>
    </p:bg>
    <p:spTree>
      <p:nvGrpSpPr>
        <p:cNvPr id="1" name=""/>
        <p:cNvGrpSpPr/>
        <p:nvPr/>
      </p:nvGrpSpPr>
      <p:grpSpPr>
        <a:xfrm>
          <a:off x="0" y="0"/>
          <a:ext cx="0" cy="0"/>
          <a:chOff x="0" y="0"/>
          <a:chExt cx="0" cy="0"/>
        </a:xfrm>
      </p:grpSpPr>
      <p:sp>
        <p:nvSpPr>
          <p:cNvPr id="2" name="Title 1">
            <a:extLst>
              <a:ext uri="{53F5FA3B-71B0-483A-9361-2FD9093F59C3}">
                <a16:creationId xmlns:a16="http://schemas.microsoft.com/office/drawing/2010/main" id="{CE5F6090-B63A-4558-8DFD-6F8ECC86EF81}"/>
              </a:ext>
            </a:extLst>
          </p:cNvPr>
          <p:cNvSpPr>
            <a:spLocks noGrp="true"/>
          </p:cNvSpPr>
          <p:nvPr>
            <p:ph type="title"/>
          </p:nvPr>
        </p:nvSpPr>
        <p:spPr>
          <a:xfrm rot="0">
            <a:off x="571500" y="2762250"/>
            <a:ext cx="1619250" cy="571500"/>
          </a:xfrm>
          <a:noFill/>
          <a:ln>
            <a:noFill/>
          </a:ln>
        </p:spPr>
        <p:txBody>
          <a:bodyPr anchor="t" bIns="0" lIns="0" rIns="0" rtlCol="0" tIns="0"/>
          <a:lstStyle>
            <a:lvl1pPr algn="l" lvl="0">
              <a:defRPr b="1" cap="none" dirty="0" lang="en-US" sz="1800">
                <a:solidFill>
                  <a:srgbClr val="1e5cd2"/>
                </a:solidFill>
                <a:latin typeface="Raleway-heavy"/>
              </a:defRPr>
            </a:lvl1pPr>
          </a:lstStyle>
          <a:p>
            <a:pPr/>
            <a:r>
              <a:rPr dirty="0" lang="en-US"/>
              <a:t>Click to edit Master title style</a:t>
            </a:r>
            <a:endParaRPr dirty="0" lang="en-US"/>
          </a:p>
        </p:txBody>
      </p:sp>
      <p:sp>
        <p:nvSpPr>
          <p:cNvPr hidden="true" id="3" name="Slide Number Placeholder 3">
            <a:extLst>
              <a:ext uri="{E6855D70-61E3-49AE-8BA1-EB9D6C855A1B}">
                <a16:creationId xmlns:a16="http://schemas.microsoft.com/office/drawing/2010/main" id="{0A891A5A-1DCE-46CB-A1BA-63DF98EF7892}"/>
              </a:ext>
            </a:extLst>
          </p:cNvPr>
          <p:cNvSpPr>
            <a:spLocks noGrp="true"/>
          </p:cNvSpPr>
          <p:nvPr>
            <p:ph idx="12" sz="quarter" type="sldNum"/>
          </p:nvPr>
        </p:nvSpPr>
        <p:spPr>
          <a:xfrm rot="0">
            <a:off x="7767815" y="4695033"/>
            <a:ext cx="613018" cy="285750"/>
          </a:xfrm>
          <a:noFill/>
          <a:ln>
            <a:noFill/>
          </a:ln>
        </p:spPr>
        <p:txBody>
          <a:bodyPr rtlCol="0"/>
          <a:lstStyle/>
          <a:p>
            <a:pPr/>
            <a:r>
              <a:rPr dirty="0" lang="en-US"/>
              <a:t>&lt;#&gt;</a:t>
            </a:r>
            <a:endParaRPr dirty="0" lang="en-US"/>
          </a:p>
        </p:txBody>
      </p:sp>
      <p:sp>
        <p:nvSpPr>
          <p:cNvPr hidden="true" id="4" name="Footer Placeholder 2">
            <a:extLst>
              <a:ext uri="{A7BFD4D6-BC31-402F-98AD-B5AB10C02691}">
                <a16:creationId xmlns:a16="http://schemas.microsoft.com/office/drawing/2010/main" id="{EEA63618-B8B5-476F-8679-53418116BE06}"/>
              </a:ext>
            </a:extLst>
          </p:cNvPr>
          <p:cNvSpPr>
            <a:spLocks noGrp="true"/>
          </p:cNvSpPr>
          <p:nvPr>
            <p:ph idx="11" sz="quarter" type="ftr"/>
          </p:nvPr>
        </p:nvSpPr>
        <p:spPr>
          <a:xfrm rot="0">
            <a:off x="2495550" y="4686300"/>
            <a:ext cx="5181600" cy="285750"/>
          </a:xfrm>
          <a:noFill/>
          <a:ln>
            <a:noFill/>
          </a:ln>
        </p:spPr>
        <p:txBody>
          <a:bodyPr rtlCol="0"/>
          <a:lstStyle/>
          <a:p>
            <a:pPr/>
            <a:r>
              <a:rPr dirty="0" lang="en-US"/>
              <a:t>Footer</a:t>
            </a:r>
            <a:endParaRPr dirty="0" lang="en-US"/>
          </a:p>
        </p:txBody>
      </p:sp>
      <p:sp>
        <p:nvSpPr>
          <p:cNvPr hidden="true" id="5" name="Date Placeholder 1">
            <a:extLst>
              <a:ext uri="{AB34A102-7A34-41C8-A2CF-F9CFD2B60E40}">
                <a16:creationId xmlns:a16="http://schemas.microsoft.com/office/drawing/2010/main" id="{301CD4D6-A357-40F3-9DEA-E2A3D70E102F}"/>
              </a:ext>
            </a:extLst>
          </p:cNvPr>
          <p:cNvSpPr>
            <a:spLocks noGrp="true"/>
          </p:cNvSpPr>
          <p:nvPr>
            <p:ph idx="10" sz="half" type="dt"/>
          </p:nvPr>
        </p:nvSpPr>
        <p:spPr>
          <a:xfrm rot="0">
            <a:off x="762000" y="4695033"/>
            <a:ext cx="1639570" cy="285750"/>
          </a:xfrm>
          <a:noFill/>
          <a:ln>
            <a:noFill/>
          </a:ln>
        </p:spPr>
        <p:txBody>
          <a:bodyPr rtlCol="0"/>
          <a:lstStyle/>
          <a:p>
            <a:pPr/>
            <a:r>
              <a:rPr dirty="0" lang="en-US"/>
              <a:t>Date</a:t>
            </a:r>
            <a:endParaRPr dirty="0" lang="en-US"/>
          </a:p>
        </p:txBody>
      </p:sp>
      <p:sp>
        <p:nvSpPr>
          <p:cNvPr id="6" name="02-shape-14123">
            <a:extLst>
              <a:ext uri="{342BCA00-FA8E-4BE0-887C-DF9C1215F2CC}">
                <a16:creationId xmlns:a16="http://schemas.microsoft.com/office/drawing/2010/main" id="{0C0D7C86-7D2B-45DF-AF33-81D1075F3FB9}"/>
              </a:ext>
            </a:extLst>
          </p:cNvPr>
          <p:cNvSpPr/>
          <p:nvPr userDrawn="1"/>
        </p:nvSpPr>
        <p:spPr>
          <a:xfrm rot="0">
            <a:off x="2390775" y="628650"/>
            <a:ext cx="1485900" cy="1714500"/>
          </a:xfrm>
          <a:custGeom>
            <a:avLst/>
            <a:gdLst/>
            <a:ahLst/>
            <a:cxnLst/>
            <a:rect b="b" l="0" r="r" t="0"/>
            <a:pathLst>
              <a:path h="1714500" w="1485900">
                <a:moveTo>
                  <a:pt x="95250" y="0"/>
                </a:moveTo>
                <a:lnTo>
                  <a:pt x="1390650" y="0"/>
                </a:lnTo>
                <a:cubicBezTo>
                  <a:pt x="1443255" y="0"/>
                  <a:pt x="1485900" y="42645"/>
                  <a:pt x="1485900" y="95250"/>
                </a:cubicBezTo>
                <a:lnTo>
                  <a:pt x="1485900" y="1485900"/>
                </a:lnTo>
                <a:cubicBezTo>
                  <a:pt x="1485900" y="1538505"/>
                  <a:pt x="1443255" y="1581150"/>
                  <a:pt x="1390650" y="1581150"/>
                </a:cubicBezTo>
                <a:lnTo>
                  <a:pt x="922963" y="1581150"/>
                </a:lnTo>
                <a:cubicBezTo>
                  <a:pt x="881254" y="1581150"/>
                  <a:pt x="841628" y="1599376"/>
                  <a:pt x="814484" y="1631043"/>
                </a:cubicBezTo>
                <a:lnTo>
                  <a:pt x="742950" y="1714500"/>
                </a:lnTo>
                <a:lnTo>
                  <a:pt x="742950" y="1714500"/>
                </a:lnTo>
                <a:lnTo>
                  <a:pt x="671416" y="1631043"/>
                </a:lnTo>
                <a:cubicBezTo>
                  <a:pt x="644272" y="1599376"/>
                  <a:pt x="604646" y="1581150"/>
                  <a:pt x="562937" y="1581150"/>
                </a:cubicBezTo>
                <a:lnTo>
                  <a:pt x="95250" y="1581150"/>
                </a:lnTo>
                <a:cubicBezTo>
                  <a:pt x="42645" y="1581150"/>
                  <a:pt x="0" y="1538505"/>
                  <a:pt x="0" y="1485900"/>
                </a:cubicBezTo>
                <a:lnTo>
                  <a:pt x="0" y="95250"/>
                </a:lnTo>
                <a:cubicBezTo>
                  <a:pt x="0" y="42645"/>
                  <a:pt x="42645" y="0"/>
                  <a:pt x="95250" y="0"/>
                </a:cubicBezTo>
                <a:close/>
              </a:path>
            </a:pathLst>
          </a:custGeom>
          <a:solidFill>
            <a:srgbClr val="ffffff">
              <a:alpha val="100000"/>
            </a:srgbClr>
          </a:solidFill>
          <a:ln>
            <a:noFill/>
          </a:ln>
          <a:effectLst>
            <a:outerShdw blurRad="127000" dir="5400000" dist="57150">
              <a:srgbClr val="3f3f3f">
                <a:alpha val="1999"/>
              </a:srgbClr>
            </a:outerShdw>
          </a:effectLst>
        </p:spPr>
        <p:txBody>
          <a:bodyPr anchor="ctr" rtlCol="0">
            <a:noAutofit/>
          </a:bodyPr>
          <a:lstStyle/>
          <a:p>
            <a:pPr algn="ctr"/>
            <a:r>
              <a:rPr dirty="0" lang="en-US"/>
              <a:t/>
            </a:r>
            <a:endParaRPr dirty="0" lang="en-US"/>
          </a:p>
        </p:txBody>
      </p:sp>
      <p:sp>
        <p:nvSpPr>
          <p:cNvPr id="7" name="">
            <a:extLst>
              <a:ext uri="{16CBD9E3-D79B-4C32-9240-2BC7808B81EB}">
                <a16:creationId xmlns:a16="http://schemas.microsoft.com/office/drawing/2010/main" id="{169106F6-039F-45A0-BF7E-9577DA99FBD7}"/>
              </a:ext>
            </a:extLst>
          </p:cNvPr>
          <p:cNvSpPr/>
          <p:nvPr userDrawn="1"/>
        </p:nvSpPr>
        <p:spPr>
          <a:xfrm flipH="false" flipV="false" rot="0">
            <a:off x="2390775" y="628650"/>
            <a:ext cx="1485900" cy="476250"/>
          </a:xfrm>
          <a:prstGeom prst="round2SameRect">
            <a:avLst>
              <a:gd fmla="val 22000" name="adj1"/>
              <a:gd fmla="val 0" name="adj2"/>
            </a:avLst>
          </a:prstGeom>
          <a:solidFill>
            <a:srgbClr val="f64040"/>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8" name="02-shape-14123">
            <a:extLst>
              <a:ext uri="{0A5CDA70-E02E-490A-99D4-00DCEADB3603}">
                <a16:creationId xmlns:a16="http://schemas.microsoft.com/office/drawing/2010/main" id="{3BF2D3CB-1F31-4A1D-BD04-0A08F84470A0}"/>
              </a:ext>
            </a:extLst>
          </p:cNvPr>
          <p:cNvSpPr/>
          <p:nvPr userDrawn="1"/>
        </p:nvSpPr>
        <p:spPr>
          <a:xfrm rot="0">
            <a:off x="4352925" y="628650"/>
            <a:ext cx="1485900" cy="1714500"/>
          </a:xfrm>
          <a:custGeom>
            <a:avLst/>
            <a:gdLst/>
            <a:ahLst/>
            <a:cxnLst/>
            <a:rect b="b" l="0" r="r" t="0"/>
            <a:pathLst>
              <a:path h="1714500" w="1485900">
                <a:moveTo>
                  <a:pt x="95250" y="0"/>
                </a:moveTo>
                <a:lnTo>
                  <a:pt x="1390650" y="0"/>
                </a:lnTo>
                <a:cubicBezTo>
                  <a:pt x="1443255" y="0"/>
                  <a:pt x="1485900" y="42645"/>
                  <a:pt x="1485900" y="95250"/>
                </a:cubicBezTo>
                <a:lnTo>
                  <a:pt x="1485900" y="1485900"/>
                </a:lnTo>
                <a:cubicBezTo>
                  <a:pt x="1485900" y="1538505"/>
                  <a:pt x="1443255" y="1581150"/>
                  <a:pt x="1390650" y="1581150"/>
                </a:cubicBezTo>
                <a:lnTo>
                  <a:pt x="922963" y="1581150"/>
                </a:lnTo>
                <a:cubicBezTo>
                  <a:pt x="881254" y="1581150"/>
                  <a:pt x="841628" y="1599376"/>
                  <a:pt x="814484" y="1631043"/>
                </a:cubicBezTo>
                <a:lnTo>
                  <a:pt x="742950" y="1714500"/>
                </a:lnTo>
                <a:lnTo>
                  <a:pt x="742950" y="1714500"/>
                </a:lnTo>
                <a:lnTo>
                  <a:pt x="671416" y="1631043"/>
                </a:lnTo>
                <a:cubicBezTo>
                  <a:pt x="644272" y="1599376"/>
                  <a:pt x="604646" y="1581150"/>
                  <a:pt x="562937" y="1581150"/>
                </a:cubicBezTo>
                <a:lnTo>
                  <a:pt x="95250" y="1581150"/>
                </a:lnTo>
                <a:cubicBezTo>
                  <a:pt x="42645" y="1581150"/>
                  <a:pt x="0" y="1538505"/>
                  <a:pt x="0" y="1485900"/>
                </a:cubicBezTo>
                <a:lnTo>
                  <a:pt x="0" y="95250"/>
                </a:lnTo>
                <a:cubicBezTo>
                  <a:pt x="0" y="42645"/>
                  <a:pt x="42645" y="0"/>
                  <a:pt x="95250" y="0"/>
                </a:cubicBezTo>
                <a:close/>
              </a:path>
            </a:pathLst>
          </a:custGeom>
          <a:solidFill>
            <a:srgbClr val="ffffff">
              <a:alpha val="100000"/>
            </a:srgbClr>
          </a:solidFill>
          <a:ln>
            <a:noFill/>
          </a:ln>
        </p:spPr>
        <p:txBody>
          <a:bodyPr anchor="ctr" rtlCol="0">
            <a:noAutofit/>
          </a:bodyPr>
          <a:lstStyle/>
          <a:p>
            <a:pPr algn="ctr"/>
            <a:r>
              <a:rPr dirty="0" lang="en-US"/>
              <a:t/>
            </a:r>
            <a:endParaRPr dirty="0" lang="en-US"/>
          </a:p>
        </p:txBody>
      </p:sp>
      <p:sp>
        <p:nvSpPr>
          <p:cNvPr id="9" name="">
            <a:extLst>
              <a:ext uri="{3285DA3F-2956-4FF5-A695-DF4773109870}">
                <a16:creationId xmlns:a16="http://schemas.microsoft.com/office/drawing/2010/main" id="{DE6B792C-409F-48A7-B49B-4023A5561911}"/>
              </a:ext>
            </a:extLst>
          </p:cNvPr>
          <p:cNvSpPr/>
          <p:nvPr userDrawn="1"/>
        </p:nvSpPr>
        <p:spPr>
          <a:xfrm flipH="false" flipV="false" rot="0">
            <a:off x="4352925" y="628650"/>
            <a:ext cx="1485900" cy="476250"/>
          </a:xfrm>
          <a:prstGeom prst="round2SameRect">
            <a:avLst>
              <a:gd fmla="val 22000" name="adj1"/>
              <a:gd fmla="val 0" name="adj2"/>
            </a:avLst>
          </a:prstGeom>
          <a:solidFill>
            <a:srgbClr val="0abcbc"/>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10" name="02-shape-14123">
            <a:extLst>
              <a:ext uri="{0B206195-4E32-4940-801B-A765073ACC6E}">
                <a16:creationId xmlns:a16="http://schemas.microsoft.com/office/drawing/2010/main" id="{3A0AEABF-622B-41DF-859B-225175EB6044}"/>
              </a:ext>
            </a:extLst>
          </p:cNvPr>
          <p:cNvSpPr/>
          <p:nvPr userDrawn="1"/>
        </p:nvSpPr>
        <p:spPr>
          <a:xfrm rot="0">
            <a:off x="6315074" y="628650"/>
            <a:ext cx="1485900" cy="1714500"/>
          </a:xfrm>
          <a:custGeom>
            <a:avLst/>
            <a:gdLst/>
            <a:ahLst/>
            <a:cxnLst/>
            <a:rect b="b" l="0" r="r" t="0"/>
            <a:pathLst>
              <a:path h="1714500" w="1485900">
                <a:moveTo>
                  <a:pt x="95250" y="0"/>
                </a:moveTo>
                <a:lnTo>
                  <a:pt x="1390650" y="0"/>
                </a:lnTo>
                <a:cubicBezTo>
                  <a:pt x="1443255" y="0"/>
                  <a:pt x="1485900" y="42645"/>
                  <a:pt x="1485900" y="95250"/>
                </a:cubicBezTo>
                <a:lnTo>
                  <a:pt x="1485900" y="1485900"/>
                </a:lnTo>
                <a:cubicBezTo>
                  <a:pt x="1485900" y="1538505"/>
                  <a:pt x="1443255" y="1581150"/>
                  <a:pt x="1390650" y="1581150"/>
                </a:cubicBezTo>
                <a:lnTo>
                  <a:pt x="922963" y="1581150"/>
                </a:lnTo>
                <a:cubicBezTo>
                  <a:pt x="881254" y="1581150"/>
                  <a:pt x="841628" y="1599376"/>
                  <a:pt x="814484" y="1631043"/>
                </a:cubicBezTo>
                <a:lnTo>
                  <a:pt x="742950" y="1714500"/>
                </a:lnTo>
                <a:lnTo>
                  <a:pt x="742950" y="1714500"/>
                </a:lnTo>
                <a:lnTo>
                  <a:pt x="671416" y="1631043"/>
                </a:lnTo>
                <a:cubicBezTo>
                  <a:pt x="644272" y="1599376"/>
                  <a:pt x="604646" y="1581150"/>
                  <a:pt x="562937" y="1581150"/>
                </a:cubicBezTo>
                <a:lnTo>
                  <a:pt x="95250" y="1581150"/>
                </a:lnTo>
                <a:cubicBezTo>
                  <a:pt x="42645" y="1581150"/>
                  <a:pt x="0" y="1538505"/>
                  <a:pt x="0" y="1485900"/>
                </a:cubicBezTo>
                <a:lnTo>
                  <a:pt x="0" y="95250"/>
                </a:lnTo>
                <a:cubicBezTo>
                  <a:pt x="0" y="42645"/>
                  <a:pt x="42645" y="0"/>
                  <a:pt x="95250" y="0"/>
                </a:cubicBezTo>
                <a:close/>
              </a:path>
            </a:pathLst>
          </a:custGeom>
          <a:solidFill>
            <a:srgbClr val="ffffff">
              <a:alpha val="100000"/>
            </a:srgbClr>
          </a:solidFill>
          <a:ln>
            <a:noFill/>
          </a:ln>
        </p:spPr>
        <p:txBody>
          <a:bodyPr anchor="ctr" rtlCol="0">
            <a:noAutofit/>
          </a:bodyPr>
          <a:lstStyle/>
          <a:p>
            <a:pPr algn="ctr"/>
            <a:r>
              <a:rPr dirty="0" lang="en-US"/>
              <a:t/>
            </a:r>
            <a:endParaRPr dirty="0" lang="en-US"/>
          </a:p>
        </p:txBody>
      </p:sp>
      <p:sp>
        <p:nvSpPr>
          <p:cNvPr id="11" name="">
            <a:extLst>
              <a:ext uri="{4985FE1C-0B6C-4A93-8A19-D4B1B709AC8B}">
                <a16:creationId xmlns:a16="http://schemas.microsoft.com/office/drawing/2010/main" id="{AD718981-D42D-4619-A38C-7278D62830AC}"/>
              </a:ext>
            </a:extLst>
          </p:cNvPr>
          <p:cNvSpPr/>
          <p:nvPr userDrawn="1"/>
        </p:nvSpPr>
        <p:spPr>
          <a:xfrm flipH="false" flipV="false" rot="0">
            <a:off x="6315074" y="628650"/>
            <a:ext cx="1485900" cy="476250"/>
          </a:xfrm>
          <a:prstGeom prst="round2SameRect">
            <a:avLst>
              <a:gd fmla="val 22000" name="adj1"/>
              <a:gd fmla="val 0" name="adj2"/>
            </a:avLst>
          </a:prstGeom>
          <a:solidFill>
            <a:srgbClr val="9844d7"/>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grpSp>
        <p:nvGrpSpPr>
          <p:cNvPr id="12" name="">
            <a:extLst>
              <a:ext uri="{08A9E538-ACA3-4BDF-99D8-352F187CD090}">
                <a16:creationId xmlns:a16="http://schemas.microsoft.com/office/drawing/2010/main" id="{E098387A-83F7-4C33-B345-C33F1108FE85}"/>
              </a:ext>
            </a:extLst>
          </p:cNvPr>
          <p:cNvGrpSpPr>
            <a:grpSpLocks noChangeAspect="true"/>
          </p:cNvGrpSpPr>
          <p:nvPr/>
        </p:nvGrpSpPr>
        <p:grpSpPr>
          <a:xfrm flipV="true" rot="0">
            <a:off x="3371850" y="2800350"/>
            <a:ext cx="1485900" cy="1714500"/>
            <a:chOff x="0" y="0"/>
            <a:chExt cx="1485900" cy="1714500"/>
          </a:xfrm>
          <a:effectLst>
            <a:outerShdw blurRad="127000" dir="16200000" dist="57150">
              <a:srgbClr val="3f3f3f">
                <a:alpha val="1999"/>
              </a:srgbClr>
            </a:outerShdw>
          </a:effectLst>
        </p:grpSpPr>
        <p:sp>
          <p:nvSpPr>
            <p:cNvPr id="13" name="02-shape-14123">
              <a:extLst>
                <a:ext uri="{581A5B45-7995-4169-8033-DEB0747C719B}">
                  <a16:creationId xmlns:a16="http://schemas.microsoft.com/office/drawing/2010/main" id="{5B953FB8-E5BB-470C-8CB2-B2C3210FE639}"/>
                </a:ext>
              </a:extLst>
            </p:cNvPr>
            <p:cNvSpPr/>
            <p:nvPr/>
          </p:nvSpPr>
          <p:spPr>
            <a:xfrm>
              <a:off x="0" y="0"/>
              <a:ext cx="1485900" cy="1714500"/>
            </a:xfrm>
            <a:custGeom>
              <a:avLst/>
              <a:gdLst/>
              <a:ahLst/>
              <a:cxnLst/>
              <a:rect b="b" l="0" r="r" t="0"/>
              <a:pathLst>
                <a:path h="1714500" w="1485900">
                  <a:moveTo>
                    <a:pt x="95250" y="0"/>
                  </a:moveTo>
                  <a:lnTo>
                    <a:pt x="1390650" y="0"/>
                  </a:lnTo>
                  <a:cubicBezTo>
                    <a:pt x="1443255" y="0"/>
                    <a:pt x="1485900" y="42645"/>
                    <a:pt x="1485900" y="95250"/>
                  </a:cubicBezTo>
                  <a:lnTo>
                    <a:pt x="1485900" y="1485900"/>
                  </a:lnTo>
                  <a:cubicBezTo>
                    <a:pt x="1485900" y="1538505"/>
                    <a:pt x="1443255" y="1581150"/>
                    <a:pt x="1390650" y="1581150"/>
                  </a:cubicBezTo>
                  <a:lnTo>
                    <a:pt x="922963" y="1581150"/>
                  </a:lnTo>
                  <a:cubicBezTo>
                    <a:pt x="881254" y="1581150"/>
                    <a:pt x="841628" y="1599376"/>
                    <a:pt x="814484" y="1631043"/>
                  </a:cubicBezTo>
                  <a:lnTo>
                    <a:pt x="742950" y="1714500"/>
                  </a:lnTo>
                  <a:lnTo>
                    <a:pt x="742950" y="1714500"/>
                  </a:lnTo>
                  <a:lnTo>
                    <a:pt x="671416" y="1631043"/>
                  </a:lnTo>
                  <a:cubicBezTo>
                    <a:pt x="644272" y="1599376"/>
                    <a:pt x="604646" y="1581150"/>
                    <a:pt x="562937" y="1581150"/>
                  </a:cubicBezTo>
                  <a:lnTo>
                    <a:pt x="95250" y="1581150"/>
                  </a:lnTo>
                  <a:cubicBezTo>
                    <a:pt x="42645" y="1581150"/>
                    <a:pt x="0" y="1538505"/>
                    <a:pt x="0" y="1485900"/>
                  </a:cubicBezTo>
                  <a:lnTo>
                    <a:pt x="0" y="95250"/>
                  </a:lnTo>
                  <a:cubicBezTo>
                    <a:pt x="0" y="42645"/>
                    <a:pt x="42645" y="0"/>
                    <a:pt x="95250" y="0"/>
                  </a:cubicBezTo>
                  <a:close/>
                </a:path>
              </a:pathLst>
            </a:custGeom>
            <a:solidFill>
              <a:srgbClr val="ffffff">
                <a:alpha val="100000"/>
              </a:srgbClr>
            </a:solidFill>
            <a:ln>
              <a:noFill/>
            </a:ln>
          </p:spPr>
          <p:txBody>
            <a:bodyPr anchor="ctr" rtlCol="0">
              <a:noAutofit/>
            </a:bodyPr>
            <a:lstStyle/>
            <a:p>
              <a:pPr algn="ctr"/>
              <a:r>
                <a:rPr dirty="0" lang="en-US"/>
                <a:t/>
              </a:r>
              <a:endParaRPr dirty="0" lang="en-US"/>
            </a:p>
          </p:txBody>
        </p:sp>
      </p:grpSp>
      <p:sp>
        <p:nvSpPr>
          <p:cNvPr id="14" name="">
            <a:extLst>
              <a:ext uri="{2E59648C-3D75-49F9-89F4-232AB2B8CCB3}">
                <a16:creationId xmlns:a16="http://schemas.microsoft.com/office/drawing/2010/main" id="{5C773251-2DDC-415C-9219-9B635B6940AB}"/>
              </a:ext>
            </a:extLst>
          </p:cNvPr>
          <p:cNvSpPr/>
          <p:nvPr userDrawn="1"/>
        </p:nvSpPr>
        <p:spPr>
          <a:xfrm flipH="false" flipV="true" rot="0">
            <a:off x="3371850" y="4038600"/>
            <a:ext cx="1485900" cy="476250"/>
          </a:xfrm>
          <a:prstGeom prst="round2SameRect">
            <a:avLst>
              <a:gd fmla="val 22000" name="adj1"/>
              <a:gd fmla="val 0" name="adj2"/>
            </a:avLst>
          </a:prstGeom>
          <a:solidFill>
            <a:srgbClr val="ff9619"/>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noAutofit/>
          </a:bodyPr>
          <a:lstStyle/>
          <a:p>
            <a:pPr algn="ctr"/>
            <a:r>
              <a:rPr dirty="0" lang="en-US"/>
              <a:t/>
            </a:r>
            <a:endParaRPr dirty="0" lang="en-US"/>
          </a:p>
        </p:txBody>
      </p:sp>
      <p:grpSp>
        <p:nvGrpSpPr>
          <p:cNvPr id="15" name="">
            <a:extLst>
              <a:ext uri="{736A420E-D070-4B0D-9C75-11126D209693}">
                <a16:creationId xmlns:a16="http://schemas.microsoft.com/office/drawing/2010/main" id="{D4AAEF3D-A759-46B1-84B8-A60E2D7B8756}"/>
              </a:ext>
            </a:extLst>
          </p:cNvPr>
          <p:cNvGrpSpPr>
            <a:grpSpLocks noChangeAspect="true"/>
          </p:cNvGrpSpPr>
          <p:nvPr/>
        </p:nvGrpSpPr>
        <p:grpSpPr>
          <a:xfrm flipV="true" rot="0">
            <a:off x="5334000" y="2800350"/>
            <a:ext cx="1485900" cy="1714500"/>
            <a:chOff x="0" y="0"/>
            <a:chExt cx="1485900" cy="1714500"/>
          </a:xfrm>
          <a:effectLst>
            <a:outerShdw blurRad="127000" dir="16200000" dist="57150">
              <a:srgbClr val="3f3f3f">
                <a:alpha val="1999"/>
              </a:srgbClr>
            </a:outerShdw>
          </a:effectLst>
        </p:grpSpPr>
        <p:sp>
          <p:nvSpPr>
            <p:cNvPr id="16" name="02-shape-14123">
              <a:extLst>
                <a:ext uri="{9A467B76-F893-4DEF-8457-2FD2539A4BCD}">
                  <a16:creationId xmlns:a16="http://schemas.microsoft.com/office/drawing/2010/main" id="{0D561283-2EF0-476A-95B4-171633C0B276}"/>
                </a:ext>
              </a:extLst>
            </p:cNvPr>
            <p:cNvSpPr/>
            <p:nvPr/>
          </p:nvSpPr>
          <p:spPr>
            <a:xfrm>
              <a:off x="0" y="0"/>
              <a:ext cx="1485900" cy="1714500"/>
            </a:xfrm>
            <a:custGeom>
              <a:avLst/>
              <a:gdLst/>
              <a:ahLst/>
              <a:cxnLst/>
              <a:rect b="b" l="0" r="r" t="0"/>
              <a:pathLst>
                <a:path h="1714500" w="1485900">
                  <a:moveTo>
                    <a:pt x="95250" y="0"/>
                  </a:moveTo>
                  <a:lnTo>
                    <a:pt x="1390650" y="0"/>
                  </a:lnTo>
                  <a:cubicBezTo>
                    <a:pt x="1443255" y="0"/>
                    <a:pt x="1485900" y="42645"/>
                    <a:pt x="1485900" y="95250"/>
                  </a:cubicBezTo>
                  <a:lnTo>
                    <a:pt x="1485900" y="1485900"/>
                  </a:lnTo>
                  <a:cubicBezTo>
                    <a:pt x="1485900" y="1538505"/>
                    <a:pt x="1443255" y="1581150"/>
                    <a:pt x="1390650" y="1581150"/>
                  </a:cubicBezTo>
                  <a:lnTo>
                    <a:pt x="922963" y="1581150"/>
                  </a:lnTo>
                  <a:cubicBezTo>
                    <a:pt x="881254" y="1581150"/>
                    <a:pt x="841628" y="1599376"/>
                    <a:pt x="814484" y="1631043"/>
                  </a:cubicBezTo>
                  <a:lnTo>
                    <a:pt x="742950" y="1714500"/>
                  </a:lnTo>
                  <a:lnTo>
                    <a:pt x="742950" y="1714500"/>
                  </a:lnTo>
                  <a:lnTo>
                    <a:pt x="671416" y="1631043"/>
                  </a:lnTo>
                  <a:cubicBezTo>
                    <a:pt x="644272" y="1599376"/>
                    <a:pt x="604646" y="1581150"/>
                    <a:pt x="562937" y="1581150"/>
                  </a:cubicBezTo>
                  <a:lnTo>
                    <a:pt x="95250" y="1581150"/>
                  </a:lnTo>
                  <a:cubicBezTo>
                    <a:pt x="42645" y="1581150"/>
                    <a:pt x="0" y="1538505"/>
                    <a:pt x="0" y="1485900"/>
                  </a:cubicBezTo>
                  <a:lnTo>
                    <a:pt x="0" y="95250"/>
                  </a:lnTo>
                  <a:cubicBezTo>
                    <a:pt x="0" y="42645"/>
                    <a:pt x="42645" y="0"/>
                    <a:pt x="95250" y="0"/>
                  </a:cubicBezTo>
                  <a:close/>
                </a:path>
              </a:pathLst>
            </a:custGeom>
            <a:solidFill>
              <a:srgbClr val="ffffff">
                <a:alpha val="100000"/>
              </a:srgbClr>
            </a:solidFill>
            <a:ln>
              <a:noFill/>
            </a:ln>
          </p:spPr>
          <p:txBody>
            <a:bodyPr anchor="ctr" rtlCol="0">
              <a:noAutofit/>
            </a:bodyPr>
            <a:lstStyle/>
            <a:p>
              <a:pPr algn="ctr"/>
              <a:r>
                <a:rPr dirty="0" lang="en-US"/>
                <a:t/>
              </a:r>
              <a:endParaRPr dirty="0" lang="en-US"/>
            </a:p>
          </p:txBody>
        </p:sp>
      </p:grpSp>
      <p:sp>
        <p:nvSpPr>
          <p:cNvPr id="17" name="">
            <a:extLst>
              <a:ext uri="{E8DB2849-BB77-4FD0-9EC2-1A90E205AAD2}">
                <a16:creationId xmlns:a16="http://schemas.microsoft.com/office/drawing/2010/main" id="{E5C94463-32B3-4D66-8259-519509BF638C}"/>
              </a:ext>
            </a:extLst>
          </p:cNvPr>
          <p:cNvSpPr/>
          <p:nvPr userDrawn="1"/>
        </p:nvSpPr>
        <p:spPr>
          <a:xfrm flipH="false" flipV="true" rot="0">
            <a:off x="5334000" y="4038600"/>
            <a:ext cx="1485900" cy="476250"/>
          </a:xfrm>
          <a:prstGeom prst="round2SameRect">
            <a:avLst>
              <a:gd fmla="val 22000" name="adj1"/>
              <a:gd fmla="val 0" name="adj2"/>
            </a:avLst>
          </a:prstGeom>
          <a:solidFill>
            <a:srgbClr val="2761c0"/>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noAutofit/>
          </a:bodyPr>
          <a:lstStyle/>
          <a:p>
            <a:pPr algn="ctr"/>
            <a:r>
              <a:rPr dirty="0" lang="en-US"/>
              <a:t/>
            </a:r>
            <a:endParaRPr dirty="0" lang="en-US"/>
          </a:p>
        </p:txBody>
      </p:sp>
      <p:grpSp>
        <p:nvGrpSpPr>
          <p:cNvPr id="18" name="">
            <a:extLst>
              <a:ext uri="{7AAFB896-326A-4838-B251-8D36762D5D91}">
                <a16:creationId xmlns:a16="http://schemas.microsoft.com/office/drawing/2010/main" id="{0D835472-93EA-4EA9-A328-C0A0CB4AF0BE}"/>
              </a:ext>
            </a:extLst>
          </p:cNvPr>
          <p:cNvGrpSpPr>
            <a:grpSpLocks noChangeAspect="true"/>
          </p:cNvGrpSpPr>
          <p:nvPr/>
        </p:nvGrpSpPr>
        <p:grpSpPr>
          <a:xfrm flipV="true" rot="0">
            <a:off x="7296150" y="2800350"/>
            <a:ext cx="1485900" cy="1714500"/>
            <a:chOff x="0" y="0"/>
            <a:chExt cx="1485900" cy="1714500"/>
          </a:xfrm>
          <a:effectLst>
            <a:outerShdw blurRad="127000" dir="16200000" dist="57150">
              <a:srgbClr val="3f3f3f">
                <a:alpha val="1999"/>
              </a:srgbClr>
            </a:outerShdw>
          </a:effectLst>
        </p:grpSpPr>
        <p:sp>
          <p:nvSpPr>
            <p:cNvPr id="19" name="02-shape-14123">
              <a:extLst>
                <a:ext uri="{EFC9BCD9-A3A7-48F7-A461-91BF77080208}">
                  <a16:creationId xmlns:a16="http://schemas.microsoft.com/office/drawing/2010/main" id="{5103D39B-7B55-4746-9D11-800711B9EFC1}"/>
                </a:ext>
              </a:extLst>
            </p:cNvPr>
            <p:cNvSpPr/>
            <p:nvPr/>
          </p:nvSpPr>
          <p:spPr>
            <a:xfrm>
              <a:off x="0" y="0"/>
              <a:ext cx="1485900" cy="1714500"/>
            </a:xfrm>
            <a:custGeom>
              <a:avLst/>
              <a:gdLst/>
              <a:ahLst/>
              <a:cxnLst/>
              <a:rect b="b" l="0" r="r" t="0"/>
              <a:pathLst>
                <a:path h="1714500" w="1485900">
                  <a:moveTo>
                    <a:pt x="95250" y="0"/>
                  </a:moveTo>
                  <a:lnTo>
                    <a:pt x="1390650" y="0"/>
                  </a:lnTo>
                  <a:cubicBezTo>
                    <a:pt x="1443255" y="0"/>
                    <a:pt x="1485900" y="42645"/>
                    <a:pt x="1485900" y="95250"/>
                  </a:cubicBezTo>
                  <a:lnTo>
                    <a:pt x="1485900" y="1485900"/>
                  </a:lnTo>
                  <a:cubicBezTo>
                    <a:pt x="1485900" y="1538505"/>
                    <a:pt x="1443255" y="1581150"/>
                    <a:pt x="1390650" y="1581150"/>
                  </a:cubicBezTo>
                  <a:lnTo>
                    <a:pt x="922963" y="1581150"/>
                  </a:lnTo>
                  <a:cubicBezTo>
                    <a:pt x="881254" y="1581150"/>
                    <a:pt x="841628" y="1599376"/>
                    <a:pt x="814484" y="1631043"/>
                  </a:cubicBezTo>
                  <a:lnTo>
                    <a:pt x="742950" y="1714500"/>
                  </a:lnTo>
                  <a:lnTo>
                    <a:pt x="742950" y="1714500"/>
                  </a:lnTo>
                  <a:lnTo>
                    <a:pt x="671416" y="1631043"/>
                  </a:lnTo>
                  <a:cubicBezTo>
                    <a:pt x="644272" y="1599376"/>
                    <a:pt x="604646" y="1581150"/>
                    <a:pt x="562937" y="1581150"/>
                  </a:cubicBezTo>
                  <a:lnTo>
                    <a:pt x="95250" y="1581150"/>
                  </a:lnTo>
                  <a:cubicBezTo>
                    <a:pt x="42645" y="1581150"/>
                    <a:pt x="0" y="1538505"/>
                    <a:pt x="0" y="1485900"/>
                  </a:cubicBezTo>
                  <a:lnTo>
                    <a:pt x="0" y="95250"/>
                  </a:lnTo>
                  <a:cubicBezTo>
                    <a:pt x="0" y="42645"/>
                    <a:pt x="42645" y="0"/>
                    <a:pt x="95250" y="0"/>
                  </a:cubicBezTo>
                  <a:close/>
                </a:path>
              </a:pathLst>
            </a:custGeom>
            <a:solidFill>
              <a:srgbClr val="ffffff">
                <a:alpha val="100000"/>
              </a:srgbClr>
            </a:solidFill>
            <a:ln>
              <a:noFill/>
            </a:ln>
          </p:spPr>
          <p:txBody>
            <a:bodyPr anchor="ctr" rtlCol="0">
              <a:noAutofit/>
            </a:bodyPr>
            <a:lstStyle/>
            <a:p>
              <a:pPr algn="ctr"/>
              <a:r>
                <a:rPr dirty="0" lang="en-US"/>
                <a:t/>
              </a:r>
              <a:endParaRPr dirty="0" lang="en-US"/>
            </a:p>
          </p:txBody>
        </p:sp>
      </p:grpSp>
      <p:sp>
        <p:nvSpPr>
          <p:cNvPr id="20" name="">
            <a:extLst>
              <a:ext uri="{A93029E2-E97D-4A2F-9FB3-27738DC66A54}">
                <a16:creationId xmlns:a16="http://schemas.microsoft.com/office/drawing/2010/main" id="{BB48E1AE-B050-4EB9-8AAE-B7CC2E21503C}"/>
              </a:ext>
            </a:extLst>
          </p:cNvPr>
          <p:cNvSpPr/>
          <p:nvPr userDrawn="1"/>
        </p:nvSpPr>
        <p:spPr>
          <a:xfrm flipH="false" flipV="true" rot="0">
            <a:off x="7296150" y="4038600"/>
            <a:ext cx="1485900" cy="476250"/>
          </a:xfrm>
          <a:prstGeom prst="round2SameRect">
            <a:avLst>
              <a:gd fmla="val 22000" name="adj1"/>
              <a:gd fmla="val 0" name="adj2"/>
            </a:avLst>
          </a:prstGeom>
          <a:solidFill>
            <a:srgbClr val="e14191"/>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noAutofit/>
          </a:bodyPr>
          <a:lstStyle/>
          <a:p>
            <a:pPr algn="ctr"/>
            <a:r>
              <a:rPr dirty="0" lang="en-US"/>
              <a:t/>
            </a:r>
            <a:endParaRPr dirty="0" lang="en-US"/>
          </a:p>
        </p:txBody>
      </p:sp>
      <p:sp>
        <p:nvSpPr>
          <p:cNvPr id="21" name="">
            <a:extLst>
              <a:ext uri="{CF5612CE-F5AC-4A4B-A148-5184EA96CE1D}">
                <a16:creationId xmlns:a16="http://schemas.microsoft.com/office/drawing/2010/main" id="{897CD842-C430-4DD1-8597-8BA243824507}"/>
              </a:ext>
            </a:extLst>
          </p:cNvPr>
          <p:cNvSpPr/>
          <p:nvPr>
            <p:ph idx="13"/>
          </p:nvPr>
        </p:nvSpPr>
        <p:spPr>
          <a:xfrm flipH="false" flipV="false" rot="0">
            <a:off x="571500" y="3429000"/>
            <a:ext cx="1905000" cy="762000"/>
          </a:xfrm>
          <a:prstGeom prst="rect">
            <a:avLst/>
          </a:prstGeom>
          <a:noFill/>
          <a:ln>
            <a:noFill/>
          </a:ln>
        </p:spPr>
        <p:txBody>
          <a:bodyPr bIns="0" lIns="0" rIns="0" rtlCol="0" tIns="0">
            <a:noAutofit/>
          </a:bodyPr>
          <a:lstStyle>
            <a:lvl1pPr algn="l" indent="0" lvl="0" marL="0">
              <a:lnSpc>
                <a:spcPct val="125000"/>
              </a:lnSpc>
              <a:buNone/>
              <a:defRPr b="0" cap="none" dirty="0" lang="en-US" sz="1000">
                <a:solidFill>
                  <a:srgbClr val="000000"/>
                </a:solidFill>
                <a:latin typeface="Source Sans Pro"/>
              </a:defRPr>
            </a:lvl1pPr>
            <a:lvl2pPr algn="l" indent="0" lvl="1" marL="457200">
              <a:lnSpc>
                <a:spcPct val="125000"/>
              </a:lnSpc>
              <a:buNone/>
              <a:defRPr b="0" cap="none" dirty="0" lang="en-US" sz="900">
                <a:solidFill>
                  <a:srgbClr val="000000"/>
                </a:solidFill>
                <a:latin typeface="Source Sans Pro"/>
              </a:defRPr>
            </a:lvl2pPr>
            <a:lvl3pPr algn="l" indent="0" lvl="2" marL="914400">
              <a:lnSpc>
                <a:spcPct val="125000"/>
              </a:lnSpc>
              <a:buNone/>
              <a:defRPr b="0" cap="none" dirty="0" lang="en-US" sz="800">
                <a:solidFill>
                  <a:srgbClr val="000000"/>
                </a:solidFill>
                <a:latin typeface="Source Sans Pro"/>
              </a:defRPr>
            </a:lvl3pPr>
            <a:lvl4pPr algn="l" indent="0" lvl="3" marL="1371600">
              <a:lnSpc>
                <a:spcPct val="125000"/>
              </a:lnSpc>
              <a:buNone/>
              <a:defRPr b="0" cap="none" dirty="0" lang="en-US" sz="700">
                <a:solidFill>
                  <a:srgbClr val="000000"/>
                </a:solidFill>
                <a:latin typeface="Source Sans Pro"/>
              </a:defRPr>
            </a:lvl4pPr>
            <a:lvl5pPr algn="l"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22" name="">
            <a:extLst>
              <a:ext uri="{4CB65295-1811-46A5-9609-F3336CC23BBB}">
                <a16:creationId xmlns:a16="http://schemas.microsoft.com/office/drawing/2010/main" id="{3851C44B-60E0-4C02-99F7-AD7A33C955F7}"/>
              </a:ext>
            </a:extLst>
          </p:cNvPr>
          <p:cNvSpPr/>
          <p:nvPr>
            <p:ph type="title"/>
          </p:nvPr>
        </p:nvSpPr>
        <p:spPr>
          <a:xfrm flipH="false" flipV="false" rot="0">
            <a:off x="2524125" y="790575"/>
            <a:ext cx="1238250" cy="190500"/>
          </a:xfrm>
          <a:prstGeom prst="rect">
            <a:avLst/>
          </a:prstGeom>
          <a:noFill/>
          <a:ln>
            <a:noFill/>
          </a:ln>
        </p:spPr>
        <p:txBody>
          <a:bodyPr bIns="0" lIns="0" rIns="0" rtlCol="0" tIns="0">
            <a:noAutofit/>
          </a:bodyPr>
          <a:lstStyle>
            <a:lvl1pPr algn="ctr" lvl="0">
              <a:defRPr cap="none" dirty="0" lang="en-US" sz="1000">
                <a:solidFill>
                  <a:srgbClr val="ffffff"/>
                </a:solidFill>
                <a:latin typeface="Zoho Puvi-demi_bold"/>
              </a:defRPr>
            </a:lvl1pPr>
          </a:lstStyle>
          <a:p>
            <a:pPr lvl="0"/>
            <a:r>
              <a:rPr dirty="0" lang="en-US"/>
              <a:t>Click to edit Master text styles</a:t>
            </a:r>
            <a:endParaRPr dirty="0" lang="en-US"/>
          </a:p>
        </p:txBody>
      </p:sp>
      <p:sp>
        <p:nvSpPr>
          <p:cNvPr id="23" name="">
            <a:extLst>
              <a:ext uri="{AAB5E781-1F2C-4D52-A268-1C86BFF664EB}">
                <a16:creationId xmlns:a16="http://schemas.microsoft.com/office/drawing/2010/main" id="{850A4935-FAC2-4F24-8037-5238D21370F0}"/>
              </a:ext>
            </a:extLst>
          </p:cNvPr>
          <p:cNvSpPr/>
          <p:nvPr>
            <p:ph type="title"/>
          </p:nvPr>
        </p:nvSpPr>
        <p:spPr>
          <a:xfrm flipH="false" flipV="false" rot="0">
            <a:off x="4476750" y="790575"/>
            <a:ext cx="1238250" cy="190500"/>
          </a:xfrm>
          <a:prstGeom prst="rect">
            <a:avLst/>
          </a:prstGeom>
          <a:noFill/>
          <a:ln>
            <a:noFill/>
          </a:ln>
        </p:spPr>
        <p:txBody>
          <a:bodyPr bIns="0" lIns="0" rIns="0" rtlCol="0" tIns="0">
            <a:noAutofit/>
          </a:bodyPr>
          <a:lstStyle>
            <a:lvl1pPr algn="ctr" lvl="0">
              <a:defRPr cap="none" dirty="0" lang="en-US" sz="1000">
                <a:solidFill>
                  <a:srgbClr val="ffffff"/>
                </a:solidFill>
                <a:latin typeface="Zoho Puvi-demi_bold"/>
              </a:defRPr>
            </a:lvl1pPr>
          </a:lstStyle>
          <a:p>
            <a:pPr lvl="0"/>
            <a:r>
              <a:rPr dirty="0" lang="en-US"/>
              <a:t>Click to edit Master text styles</a:t>
            </a:r>
            <a:endParaRPr dirty="0" lang="en-US"/>
          </a:p>
        </p:txBody>
      </p:sp>
      <p:sp>
        <p:nvSpPr>
          <p:cNvPr id="24" name="">
            <a:extLst>
              <a:ext uri="{80266164-25E7-45B6-977D-EF65B7499D5A}">
                <a16:creationId xmlns:a16="http://schemas.microsoft.com/office/drawing/2010/main" id="{865EEBD4-DD16-483D-9F55-5316AA0AABE1}"/>
              </a:ext>
            </a:extLst>
          </p:cNvPr>
          <p:cNvSpPr/>
          <p:nvPr>
            <p:ph type="title"/>
          </p:nvPr>
        </p:nvSpPr>
        <p:spPr>
          <a:xfrm flipH="false" flipV="false" rot="0">
            <a:off x="3495675" y="4191000"/>
            <a:ext cx="1238250" cy="190500"/>
          </a:xfrm>
          <a:prstGeom prst="rect">
            <a:avLst/>
          </a:prstGeom>
          <a:noFill/>
          <a:ln>
            <a:noFill/>
          </a:ln>
        </p:spPr>
        <p:txBody>
          <a:bodyPr bIns="0" lIns="0" rIns="0" rtlCol="0" tIns="0">
            <a:noAutofit/>
          </a:bodyPr>
          <a:lstStyle>
            <a:lvl1pPr algn="ctr" lvl="0">
              <a:defRPr cap="none" dirty="0" lang="en-US" sz="1000">
                <a:solidFill>
                  <a:srgbClr val="ffffff"/>
                </a:solidFill>
                <a:latin typeface="Zoho Puvi-demi_bold"/>
              </a:defRPr>
            </a:lvl1pPr>
          </a:lstStyle>
          <a:p>
            <a:pPr lvl="0"/>
            <a:r>
              <a:rPr dirty="0" lang="en-US"/>
              <a:t>Click to edit Master text styles</a:t>
            </a:r>
            <a:endParaRPr dirty="0" lang="en-US"/>
          </a:p>
        </p:txBody>
      </p:sp>
      <p:sp>
        <p:nvSpPr>
          <p:cNvPr id="25" name="">
            <a:extLst>
              <a:ext uri="{DEAA078E-E4D0-40DF-AC0E-F4FB31E6F35A}">
                <a16:creationId xmlns:a16="http://schemas.microsoft.com/office/drawing/2010/main" id="{11A66F26-2B87-445E-8BB9-C21E26790E54}"/>
              </a:ext>
            </a:extLst>
          </p:cNvPr>
          <p:cNvSpPr/>
          <p:nvPr>
            <p:ph type="title"/>
          </p:nvPr>
        </p:nvSpPr>
        <p:spPr>
          <a:xfrm flipH="false" flipV="false" rot="0">
            <a:off x="5457825" y="4191000"/>
            <a:ext cx="1238250" cy="190500"/>
          </a:xfrm>
          <a:prstGeom prst="rect">
            <a:avLst/>
          </a:prstGeom>
          <a:noFill/>
          <a:ln>
            <a:noFill/>
          </a:ln>
        </p:spPr>
        <p:txBody>
          <a:bodyPr bIns="0" lIns="0" rIns="0" rtlCol="0" tIns="0">
            <a:noAutofit/>
          </a:bodyPr>
          <a:lstStyle>
            <a:lvl1pPr algn="ctr" lvl="0">
              <a:defRPr cap="none" dirty="0" lang="en-US" sz="1000">
                <a:solidFill>
                  <a:srgbClr val="ffffff"/>
                </a:solidFill>
                <a:latin typeface="Zoho Puvi-demi_bold"/>
              </a:defRPr>
            </a:lvl1pPr>
          </a:lstStyle>
          <a:p>
            <a:pPr lvl="0"/>
            <a:r>
              <a:rPr dirty="0" lang="en-US"/>
              <a:t>Click to edit Master text styles</a:t>
            </a:r>
            <a:endParaRPr dirty="0" lang="en-US"/>
          </a:p>
        </p:txBody>
      </p:sp>
      <p:sp>
        <p:nvSpPr>
          <p:cNvPr id="26" name="">
            <a:extLst>
              <a:ext uri="{903879E0-CB18-4DDC-BC1C-4EB284706A4C}">
                <a16:creationId xmlns:a16="http://schemas.microsoft.com/office/drawing/2010/main" id="{7D4B9F47-CF22-418A-BAC8-569B771F0A87}"/>
              </a:ext>
            </a:extLst>
          </p:cNvPr>
          <p:cNvSpPr/>
          <p:nvPr>
            <p:ph type="title"/>
          </p:nvPr>
        </p:nvSpPr>
        <p:spPr>
          <a:xfrm flipH="false" flipV="false" rot="0">
            <a:off x="7429500" y="4191000"/>
            <a:ext cx="1238250" cy="190500"/>
          </a:xfrm>
          <a:prstGeom prst="rect">
            <a:avLst/>
          </a:prstGeom>
          <a:noFill/>
          <a:ln>
            <a:noFill/>
          </a:ln>
        </p:spPr>
        <p:txBody>
          <a:bodyPr bIns="0" lIns="0" rIns="0" rtlCol="0" tIns="0">
            <a:noAutofit/>
          </a:bodyPr>
          <a:lstStyle>
            <a:lvl1pPr algn="ctr" lvl="0">
              <a:defRPr cap="none" dirty="0" lang="en-US" sz="1000">
                <a:solidFill>
                  <a:srgbClr val="ffffff"/>
                </a:solidFill>
                <a:latin typeface="Zoho Puvi-demi_bold"/>
              </a:defRPr>
            </a:lvl1pPr>
          </a:lstStyle>
          <a:p>
            <a:pPr lvl="0"/>
            <a:r>
              <a:rPr dirty="0" lang="en-US"/>
              <a:t>Click to edit Master text styles</a:t>
            </a:r>
            <a:endParaRPr dirty="0" lang="en-US"/>
          </a:p>
        </p:txBody>
      </p:sp>
      <p:sp>
        <p:nvSpPr>
          <p:cNvPr id="27" name="">
            <a:extLst>
              <a:ext uri="{CA47B0FA-FA11-4E41-BC94-FB6D63E04DD1}">
                <a16:creationId xmlns:a16="http://schemas.microsoft.com/office/drawing/2010/main" id="{746D5677-6748-45A4-B4E2-3F2157096830}"/>
              </a:ext>
            </a:extLst>
          </p:cNvPr>
          <p:cNvSpPr/>
          <p:nvPr>
            <p:ph type="title"/>
          </p:nvPr>
        </p:nvSpPr>
        <p:spPr>
          <a:xfrm flipH="false" flipV="false" rot="0">
            <a:off x="6448425" y="790575"/>
            <a:ext cx="1238250" cy="190500"/>
          </a:xfrm>
          <a:prstGeom prst="rect">
            <a:avLst/>
          </a:prstGeom>
          <a:noFill/>
          <a:ln>
            <a:noFill/>
          </a:ln>
        </p:spPr>
        <p:txBody>
          <a:bodyPr bIns="0" lIns="0" rIns="0" rtlCol="0" tIns="0">
            <a:noAutofit/>
          </a:bodyPr>
          <a:lstStyle>
            <a:lvl1pPr algn="ctr" lvl="0">
              <a:defRPr cap="none" dirty="0" lang="en-US" sz="1000">
                <a:solidFill>
                  <a:srgbClr val="ffffff"/>
                </a:solidFill>
                <a:latin typeface="Zoho Puvi-demi_bold"/>
              </a:defRPr>
            </a:lvl1pPr>
          </a:lstStyle>
          <a:p>
            <a:pPr lvl="0"/>
            <a:r>
              <a:rPr dirty="0" lang="en-US"/>
              <a:t>Click to edit Master text styles</a:t>
            </a:r>
            <a:endParaRPr dirty="0" lang="en-US"/>
          </a:p>
        </p:txBody>
      </p:sp>
      <p:sp>
        <p:nvSpPr>
          <p:cNvPr id="28" name="">
            <a:extLst>
              <a:ext uri="{BC4A7B16-171C-4EA6-9CD8-7296B495FC6B}">
                <a16:creationId xmlns:a16="http://schemas.microsoft.com/office/drawing/2010/main" id="{D64B2629-18F3-4760-807B-6C42F2762CF7}"/>
              </a:ext>
            </a:extLst>
          </p:cNvPr>
          <p:cNvSpPr/>
          <p:nvPr>
            <p:ph idx="14"/>
          </p:nvPr>
        </p:nvSpPr>
        <p:spPr>
          <a:xfrm flipH="false" flipV="false" rot="0">
            <a:off x="2609850" y="1266825"/>
            <a:ext cx="1047750" cy="762000"/>
          </a:xfrm>
          <a:prstGeom prst="rect">
            <a:avLst/>
          </a:prstGeom>
          <a:noFill/>
          <a:ln>
            <a:noFill/>
          </a:ln>
        </p:spPr>
        <p:txBody>
          <a:bodyPr anchor="ctr" bIns="0" lIns="0" rIns="0" rtlCol="0" tIns="0">
            <a:noAutofit/>
          </a:bodyPr>
          <a:lstStyle>
            <a:lvl1pPr algn="ctr" indent="0" lvl="0" marL="0">
              <a:lnSpc>
                <a:spcPct val="125000"/>
              </a:lnSpc>
              <a:buNone/>
              <a:defRPr b="0" cap="none" dirty="0" lang="en-US" sz="800">
                <a:solidFill>
                  <a:srgbClr val="000000"/>
                </a:solidFill>
                <a:latin typeface="Source Sans Pro"/>
              </a:defRPr>
            </a:lvl1pPr>
            <a:lvl2pPr algn="ctr" indent="0" lvl="1" marL="457200">
              <a:lnSpc>
                <a:spcPct val="125000"/>
              </a:lnSpc>
              <a:buNone/>
              <a:defRPr b="0" cap="none" dirty="0" lang="en-US" sz="700">
                <a:solidFill>
                  <a:srgbClr val="000000"/>
                </a:solidFill>
                <a:latin typeface="Source Sans Pro"/>
              </a:defRPr>
            </a:lvl2pPr>
            <a:lvl3pPr algn="ctr" indent="0" lvl="2" marL="914400">
              <a:lnSpc>
                <a:spcPct val="125000"/>
              </a:lnSpc>
              <a:buNone/>
              <a:defRPr b="0" cap="none" dirty="0" lang="en-US" sz="600">
                <a:solidFill>
                  <a:srgbClr val="000000"/>
                </a:solidFill>
                <a:latin typeface="Source Sans Pro"/>
              </a:defRPr>
            </a:lvl3pPr>
            <a:lvl4pPr algn="ctr" indent="0" lvl="3" marL="1371600">
              <a:lnSpc>
                <a:spcPct val="125000"/>
              </a:lnSpc>
              <a:buNone/>
              <a:defRPr b="0" cap="none" dirty="0" lang="en-US" sz="600">
                <a:solidFill>
                  <a:srgbClr val="000000"/>
                </a:solidFill>
                <a:latin typeface="Source Sans Pro"/>
              </a:defRPr>
            </a:lvl4pPr>
            <a:lvl5pPr algn="ctr"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29" name="">
            <a:extLst>
              <a:ext uri="{ED90E194-3B3D-4DB6-9261-3A39783B09D0}">
                <a16:creationId xmlns:a16="http://schemas.microsoft.com/office/drawing/2010/main" id="{6BA51DA8-4B08-4588-A3A0-16DF05D25C08}"/>
              </a:ext>
            </a:extLst>
          </p:cNvPr>
          <p:cNvSpPr/>
          <p:nvPr>
            <p:ph idx="15"/>
          </p:nvPr>
        </p:nvSpPr>
        <p:spPr>
          <a:xfrm flipH="false" flipV="false" rot="0">
            <a:off x="4581525" y="1266825"/>
            <a:ext cx="1047750" cy="762000"/>
          </a:xfrm>
          <a:prstGeom prst="rect">
            <a:avLst/>
          </a:prstGeom>
          <a:noFill/>
          <a:ln>
            <a:noFill/>
          </a:ln>
        </p:spPr>
        <p:txBody>
          <a:bodyPr anchor="ctr" bIns="0" lIns="0" rIns="0" rtlCol="0" tIns="0">
            <a:noAutofit/>
          </a:bodyPr>
          <a:lstStyle>
            <a:lvl1pPr algn="ctr" indent="0" lvl="0" marL="0">
              <a:lnSpc>
                <a:spcPct val="125000"/>
              </a:lnSpc>
              <a:buNone/>
              <a:defRPr b="0" cap="none" dirty="0" lang="en-US" sz="800">
                <a:solidFill>
                  <a:srgbClr val="000000"/>
                </a:solidFill>
                <a:latin typeface="Source Sans Pro"/>
              </a:defRPr>
            </a:lvl1pPr>
            <a:lvl2pPr algn="ctr" indent="0" lvl="1" marL="457200">
              <a:lnSpc>
                <a:spcPct val="125000"/>
              </a:lnSpc>
              <a:buNone/>
              <a:defRPr b="0" cap="none" dirty="0" lang="en-US" sz="700">
                <a:solidFill>
                  <a:srgbClr val="000000"/>
                </a:solidFill>
                <a:latin typeface="Source Sans Pro"/>
              </a:defRPr>
            </a:lvl2pPr>
            <a:lvl3pPr algn="ctr" indent="0" lvl="2" marL="914400">
              <a:lnSpc>
                <a:spcPct val="125000"/>
              </a:lnSpc>
              <a:buNone/>
              <a:defRPr b="0" cap="none" dirty="0" lang="en-US" sz="600">
                <a:solidFill>
                  <a:srgbClr val="000000"/>
                </a:solidFill>
                <a:latin typeface="Source Sans Pro"/>
              </a:defRPr>
            </a:lvl3pPr>
            <a:lvl4pPr algn="ctr" indent="0" lvl="3" marL="1371600">
              <a:lnSpc>
                <a:spcPct val="125000"/>
              </a:lnSpc>
              <a:buNone/>
              <a:defRPr b="0" cap="none" dirty="0" lang="en-US" sz="600">
                <a:solidFill>
                  <a:srgbClr val="000000"/>
                </a:solidFill>
                <a:latin typeface="Source Sans Pro"/>
              </a:defRPr>
            </a:lvl4pPr>
            <a:lvl5pPr algn="ctr"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30" name="">
            <a:extLst>
              <a:ext uri="{DB7D3B2E-8959-400A-AE29-3FB94872452E}">
                <a16:creationId xmlns:a16="http://schemas.microsoft.com/office/drawing/2010/main" id="{1218C1A3-CA3C-4F6F-932E-33252CDD5084}"/>
              </a:ext>
            </a:extLst>
          </p:cNvPr>
          <p:cNvSpPr/>
          <p:nvPr>
            <p:ph idx="16"/>
          </p:nvPr>
        </p:nvSpPr>
        <p:spPr>
          <a:xfrm flipH="false" flipV="false" rot="0">
            <a:off x="6534150" y="1266825"/>
            <a:ext cx="1047750" cy="762000"/>
          </a:xfrm>
          <a:prstGeom prst="rect">
            <a:avLst/>
          </a:prstGeom>
          <a:noFill/>
          <a:ln>
            <a:noFill/>
          </a:ln>
        </p:spPr>
        <p:txBody>
          <a:bodyPr anchor="ctr" bIns="0" lIns="0" rIns="0" rtlCol="0" tIns="0">
            <a:noAutofit/>
          </a:bodyPr>
          <a:lstStyle>
            <a:lvl1pPr algn="ctr" indent="0" lvl="0" marL="0">
              <a:lnSpc>
                <a:spcPct val="125000"/>
              </a:lnSpc>
              <a:buNone/>
              <a:defRPr b="0" cap="none" dirty="0" lang="en-US" sz="800">
                <a:solidFill>
                  <a:srgbClr val="000000"/>
                </a:solidFill>
                <a:latin typeface="Source Sans Pro"/>
              </a:defRPr>
            </a:lvl1pPr>
            <a:lvl2pPr algn="ctr" indent="0" lvl="1" marL="457200">
              <a:lnSpc>
                <a:spcPct val="125000"/>
              </a:lnSpc>
              <a:buNone/>
              <a:defRPr b="0" cap="none" dirty="0" lang="en-US" sz="700">
                <a:solidFill>
                  <a:srgbClr val="000000"/>
                </a:solidFill>
                <a:latin typeface="Source Sans Pro"/>
              </a:defRPr>
            </a:lvl2pPr>
            <a:lvl3pPr algn="ctr" indent="0" lvl="2" marL="914400">
              <a:lnSpc>
                <a:spcPct val="125000"/>
              </a:lnSpc>
              <a:buNone/>
              <a:defRPr b="0" cap="none" dirty="0" lang="en-US" sz="600">
                <a:solidFill>
                  <a:srgbClr val="000000"/>
                </a:solidFill>
                <a:latin typeface="Source Sans Pro"/>
              </a:defRPr>
            </a:lvl3pPr>
            <a:lvl4pPr algn="ctr" indent="0" lvl="3" marL="1371600">
              <a:lnSpc>
                <a:spcPct val="125000"/>
              </a:lnSpc>
              <a:buNone/>
              <a:defRPr b="0" cap="none" dirty="0" lang="en-US" sz="600">
                <a:solidFill>
                  <a:srgbClr val="000000"/>
                </a:solidFill>
                <a:latin typeface="Source Sans Pro"/>
              </a:defRPr>
            </a:lvl4pPr>
            <a:lvl5pPr algn="ctr"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31" name="">
            <a:extLst>
              <a:ext uri="{71E8F1F4-229F-4E0F-867A-8B7BC7CBB722}">
                <a16:creationId xmlns:a16="http://schemas.microsoft.com/office/drawing/2010/main" id="{CDD02367-F160-4AC9-8CF5-D9DB5B3E21BE}"/>
              </a:ext>
            </a:extLst>
          </p:cNvPr>
          <p:cNvSpPr/>
          <p:nvPr>
            <p:ph idx="17"/>
          </p:nvPr>
        </p:nvSpPr>
        <p:spPr>
          <a:xfrm flipH="false" flipV="false" rot="0">
            <a:off x="3590925" y="3133725"/>
            <a:ext cx="1047750" cy="762000"/>
          </a:xfrm>
          <a:prstGeom prst="rect">
            <a:avLst/>
          </a:prstGeom>
          <a:noFill/>
          <a:ln>
            <a:noFill/>
          </a:ln>
        </p:spPr>
        <p:txBody>
          <a:bodyPr anchor="ctr" bIns="0" lIns="0" rIns="0" rtlCol="0" tIns="0">
            <a:noAutofit/>
          </a:bodyPr>
          <a:lstStyle>
            <a:lvl1pPr algn="ctr" indent="0" lvl="0" marL="0">
              <a:lnSpc>
                <a:spcPct val="125000"/>
              </a:lnSpc>
              <a:buNone/>
              <a:defRPr b="0" cap="none" dirty="0" lang="en-US" sz="800">
                <a:solidFill>
                  <a:srgbClr val="000000"/>
                </a:solidFill>
                <a:latin typeface="Source Sans Pro"/>
              </a:defRPr>
            </a:lvl1pPr>
            <a:lvl2pPr algn="ctr" indent="0" lvl="1" marL="457200">
              <a:lnSpc>
                <a:spcPct val="125000"/>
              </a:lnSpc>
              <a:buNone/>
              <a:defRPr b="0" cap="none" dirty="0" lang="en-US" sz="700">
                <a:solidFill>
                  <a:srgbClr val="000000"/>
                </a:solidFill>
                <a:latin typeface="Source Sans Pro"/>
              </a:defRPr>
            </a:lvl2pPr>
            <a:lvl3pPr algn="ctr" indent="0" lvl="2" marL="914400">
              <a:lnSpc>
                <a:spcPct val="125000"/>
              </a:lnSpc>
              <a:buNone/>
              <a:defRPr b="0" cap="none" dirty="0" lang="en-US" sz="600">
                <a:solidFill>
                  <a:srgbClr val="000000"/>
                </a:solidFill>
                <a:latin typeface="Source Sans Pro"/>
              </a:defRPr>
            </a:lvl3pPr>
            <a:lvl4pPr algn="ctr" indent="0" lvl="3" marL="1371600">
              <a:lnSpc>
                <a:spcPct val="125000"/>
              </a:lnSpc>
              <a:buNone/>
              <a:defRPr b="0" cap="none" dirty="0" lang="en-US" sz="600">
                <a:solidFill>
                  <a:srgbClr val="000000"/>
                </a:solidFill>
                <a:latin typeface="Source Sans Pro"/>
              </a:defRPr>
            </a:lvl4pPr>
            <a:lvl5pPr algn="ctr"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32" name="">
            <a:extLst>
              <a:ext uri="{1710C29B-A5C6-4C19-A556-D07DA81BEDD9}">
                <a16:creationId xmlns:a16="http://schemas.microsoft.com/office/drawing/2010/main" id="{2415E7FD-9D05-4DB2-90F7-2EB9D06827A1}"/>
              </a:ext>
            </a:extLst>
          </p:cNvPr>
          <p:cNvSpPr/>
          <p:nvPr>
            <p:ph idx="18"/>
          </p:nvPr>
        </p:nvSpPr>
        <p:spPr>
          <a:xfrm flipH="false" flipV="false" rot="0">
            <a:off x="5553075" y="3133725"/>
            <a:ext cx="1047750" cy="762000"/>
          </a:xfrm>
          <a:prstGeom prst="rect">
            <a:avLst/>
          </a:prstGeom>
          <a:noFill/>
          <a:ln>
            <a:noFill/>
          </a:ln>
        </p:spPr>
        <p:txBody>
          <a:bodyPr anchor="ctr" bIns="0" lIns="0" rIns="0" rtlCol="0" tIns="0">
            <a:noAutofit/>
          </a:bodyPr>
          <a:lstStyle>
            <a:lvl1pPr algn="ctr" indent="0" lvl="0" marL="0">
              <a:lnSpc>
                <a:spcPct val="125000"/>
              </a:lnSpc>
              <a:buNone/>
              <a:defRPr b="0" cap="none" dirty="0" lang="en-US" sz="800">
                <a:solidFill>
                  <a:srgbClr val="000000"/>
                </a:solidFill>
                <a:latin typeface="Source Sans Pro"/>
              </a:defRPr>
            </a:lvl1pPr>
            <a:lvl2pPr algn="ctr" indent="0" lvl="1" marL="457200">
              <a:lnSpc>
                <a:spcPct val="125000"/>
              </a:lnSpc>
              <a:buNone/>
              <a:defRPr b="0" cap="none" dirty="0" lang="en-US" sz="700">
                <a:solidFill>
                  <a:srgbClr val="000000"/>
                </a:solidFill>
                <a:latin typeface="Source Sans Pro"/>
              </a:defRPr>
            </a:lvl2pPr>
            <a:lvl3pPr algn="ctr" indent="0" lvl="2" marL="914400">
              <a:lnSpc>
                <a:spcPct val="125000"/>
              </a:lnSpc>
              <a:buNone/>
              <a:defRPr b="0" cap="none" dirty="0" lang="en-US" sz="600">
                <a:solidFill>
                  <a:srgbClr val="000000"/>
                </a:solidFill>
                <a:latin typeface="Source Sans Pro"/>
              </a:defRPr>
            </a:lvl3pPr>
            <a:lvl4pPr algn="ctr" indent="0" lvl="3" marL="1371600">
              <a:lnSpc>
                <a:spcPct val="125000"/>
              </a:lnSpc>
              <a:buNone/>
              <a:defRPr b="0" cap="none" dirty="0" lang="en-US" sz="600">
                <a:solidFill>
                  <a:srgbClr val="000000"/>
                </a:solidFill>
                <a:latin typeface="Source Sans Pro"/>
              </a:defRPr>
            </a:lvl4pPr>
            <a:lvl5pPr algn="ctr"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33" name="">
            <a:extLst>
              <a:ext uri="{6B9CE5E6-45BE-47D4-B4E6-8198A2F5BABE}">
                <a16:creationId xmlns:a16="http://schemas.microsoft.com/office/drawing/2010/main" id="{A546FAB1-C9A4-4B4B-83A2-64AB5E9749F0}"/>
              </a:ext>
            </a:extLst>
          </p:cNvPr>
          <p:cNvSpPr/>
          <p:nvPr>
            <p:ph idx="19"/>
          </p:nvPr>
        </p:nvSpPr>
        <p:spPr>
          <a:xfrm flipH="false" flipV="false" rot="0">
            <a:off x="7515225" y="3133725"/>
            <a:ext cx="1047750" cy="762000"/>
          </a:xfrm>
          <a:prstGeom prst="rect">
            <a:avLst/>
          </a:prstGeom>
          <a:noFill/>
          <a:ln>
            <a:noFill/>
          </a:ln>
        </p:spPr>
        <p:txBody>
          <a:bodyPr anchor="ctr" bIns="0" lIns="0" rIns="0" rtlCol="0" tIns="0">
            <a:noAutofit/>
          </a:bodyPr>
          <a:lstStyle>
            <a:lvl1pPr algn="ctr" indent="0" lvl="0" marL="0">
              <a:lnSpc>
                <a:spcPct val="125000"/>
              </a:lnSpc>
              <a:buNone/>
              <a:defRPr b="0" cap="none" dirty="0" lang="en-US" sz="800">
                <a:solidFill>
                  <a:srgbClr val="000000"/>
                </a:solidFill>
                <a:latin typeface="Source Sans Pro"/>
              </a:defRPr>
            </a:lvl1pPr>
            <a:lvl2pPr algn="ctr" indent="0" lvl="1" marL="457200">
              <a:lnSpc>
                <a:spcPct val="125000"/>
              </a:lnSpc>
              <a:buNone/>
              <a:defRPr b="0" cap="none" dirty="0" lang="en-US" sz="700">
                <a:solidFill>
                  <a:srgbClr val="000000"/>
                </a:solidFill>
                <a:latin typeface="Source Sans Pro"/>
              </a:defRPr>
            </a:lvl2pPr>
            <a:lvl3pPr algn="ctr" indent="0" lvl="2" marL="914400">
              <a:lnSpc>
                <a:spcPct val="125000"/>
              </a:lnSpc>
              <a:buNone/>
              <a:defRPr b="0" cap="none" dirty="0" lang="en-US" sz="600">
                <a:solidFill>
                  <a:srgbClr val="000000"/>
                </a:solidFill>
                <a:latin typeface="Source Sans Pro"/>
              </a:defRPr>
            </a:lvl3pPr>
            <a:lvl4pPr algn="ctr" indent="0" lvl="3" marL="1371600">
              <a:lnSpc>
                <a:spcPct val="125000"/>
              </a:lnSpc>
              <a:buNone/>
              <a:defRPr b="0" cap="none" dirty="0" lang="en-US" sz="600">
                <a:solidFill>
                  <a:srgbClr val="000000"/>
                </a:solidFill>
                <a:latin typeface="Source Sans Pro"/>
              </a:defRPr>
            </a:lvl4pPr>
            <a:lvl5pPr algn="ctr" indent="0" lvl="4" marL="1828800">
              <a:lnSpc>
                <a:spcPct val="125000"/>
              </a:lnSpc>
              <a:buNone/>
              <a:defRPr b="0" cap="none" dirty="0" lang="en-US" sz="600">
                <a:solidFill>
                  <a:srgbClr val="000000"/>
                </a:solidFill>
                <a:latin typeface="Source Sans Pro"/>
              </a:defRPr>
            </a:lvl5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grpSp>
        <p:nvGrpSpPr>
          <p:cNvPr id="34" name="">
            <a:extLst>
              <a:ext uri="{8030822A-DB4A-45F8-8367-AEA56AFEEBBB}">
                <a16:creationId xmlns:a16="http://schemas.microsoft.com/office/drawing/2010/main" id="{59778AC4-E067-4F92-96BB-4D95CD68C64A}"/>
              </a:ext>
            </a:extLst>
          </p:cNvPr>
          <p:cNvGrpSpPr>
            <a:grpSpLocks noChangeAspect="true"/>
          </p:cNvGrpSpPr>
          <p:nvPr/>
        </p:nvGrpSpPr>
        <p:grpSpPr>
          <a:xfrm flipH="false" flipV="false" rot="0">
            <a:off x="2333625" y="2428875"/>
            <a:ext cx="6543674" cy="295275"/>
            <a:chOff x="2333625" y="2428875"/>
            <a:chExt cx="6543674" cy="295275"/>
          </a:xfrm>
        </p:grpSpPr>
        <p:sp>
          <p:nvSpPr>
            <p:cNvPr id="35" name="Path-2AC44">
              <a:extLst>
                <a:ext uri="{D59407D3-D087-4884-9B5A-C0E4D4743A2E}">
                  <a16:creationId xmlns:a16="http://schemas.microsoft.com/office/drawing/2010/main" id="{E2C47EBF-3B80-4EBA-AD31-2F06153DA093}"/>
                </a:ext>
              </a:extLst>
            </p:cNvPr>
            <p:cNvSpPr/>
            <p:nvPr userDrawn="1"/>
          </p:nvSpPr>
          <p:spPr>
            <a:xfrm rot="0">
              <a:off x="2381250" y="2571750"/>
              <a:ext cx="6449752" cy="0"/>
            </a:xfrm>
            <a:custGeom>
              <a:avLst/>
              <a:gdLst/>
              <a:ahLst/>
              <a:cxnLst/>
              <a:rect b="b" l="0" r="r" t="0"/>
              <a:pathLst>
                <a:path h="0" w="6449753">
                  <a:moveTo>
                    <a:pt x="0" y="0"/>
                  </a:moveTo>
                  <a:lnTo>
                    <a:pt x="6449752" y="0"/>
                  </a:lnTo>
                </a:path>
              </a:pathLst>
            </a:custGeom>
            <a:noFill/>
            <a:ln w="9525">
              <a:solidFill>
                <a:srgbClr val="b0c0d9">
                  <a:alpha val="100000"/>
                </a:srgbClr>
              </a:solidFill>
              <a:prstDash val="solid"/>
            </a:ln>
          </p:spPr>
          <p:txBody>
            <a:bodyPr anchor="ctr" rtlCol="0">
              <a:noAutofit/>
            </a:bodyPr>
            <a:lstStyle/>
            <a:p>
              <a:pPr algn="ctr"/>
              <a:r>
                <a:rPr dirty="0" lang="en-US"/>
                <a:t/>
              </a:r>
              <a:endParaRPr dirty="0" lang="en-US"/>
            </a:p>
          </p:txBody>
        </p:sp>
        <p:sp>
          <p:nvSpPr>
            <p:cNvPr id="36" name="Oval60FE">
              <a:extLst>
                <a:ext uri="{67D5829E-B3F6-447E-BD79-93477188E397}">
                  <a16:creationId xmlns:a16="http://schemas.microsoft.com/office/drawing/2010/main" id="{0120567D-BAD1-42C4-8DAA-FD3536FE8FF0}"/>
                </a:ext>
              </a:extLst>
            </p:cNvPr>
            <p:cNvSpPr/>
            <p:nvPr userDrawn="1"/>
          </p:nvSpPr>
          <p:spPr>
            <a:xfrm rot="0">
              <a:off x="2333625" y="2552700"/>
              <a:ext cx="38100" cy="38100"/>
            </a:xfrm>
            <a:custGeom>
              <a:avLst/>
              <a:gdLst/>
              <a:ahLst/>
              <a:cxnLst/>
              <a:rect b="b" l="0" r="r" t="0"/>
              <a:pathLst>
                <a:path h="38100" w="38100">
                  <a:moveTo>
                    <a:pt x="19050" y="19050"/>
                  </a:moveTo>
                  <a:moveTo>
                    <a:pt x="0" y="19050"/>
                  </a:moveTo>
                  <a:cubicBezTo>
                    <a:pt x="0" y="29571"/>
                    <a:pt x="8529" y="38100"/>
                    <a:pt x="19050" y="38100"/>
                  </a:cubicBezTo>
                  <a:cubicBezTo>
                    <a:pt x="29571" y="38100"/>
                    <a:pt x="38100" y="29571"/>
                    <a:pt x="38100" y="19050"/>
                  </a:cubicBezTo>
                  <a:cubicBezTo>
                    <a:pt x="38100" y="19050"/>
                    <a:pt x="38100" y="19050"/>
                    <a:pt x="38100" y="19050"/>
                  </a:cubicBezTo>
                  <a:cubicBezTo>
                    <a:pt x="38100" y="8529"/>
                    <a:pt x="29571" y="0"/>
                    <a:pt x="19050" y="0"/>
                  </a:cubicBezTo>
                  <a:cubicBezTo>
                    <a:pt x="8529" y="0"/>
                    <a:pt x="0" y="8529"/>
                    <a:pt x="0" y="19050"/>
                  </a:cubicBezTo>
                  <a:cubicBezTo>
                    <a:pt x="0" y="19050"/>
                    <a:pt x="0" y="19050"/>
                    <a:pt x="0" y="19050"/>
                  </a:cubicBezTo>
                  <a:close/>
                </a:path>
              </a:pathLst>
            </a:custGeom>
            <a:solidFill>
              <a:srgbClr val="f64040">
                <a:alpha val="100000"/>
              </a:srgbClr>
            </a:solidFill>
            <a:ln>
              <a:noFill/>
            </a:ln>
          </p:spPr>
          <p:txBody>
            <a:bodyPr anchor="ctr" rtlCol="0">
              <a:noAutofit/>
            </a:bodyPr>
            <a:lstStyle/>
            <a:p>
              <a:pPr algn="ctr"/>
              <a:r>
                <a:rPr dirty="0" lang="en-US"/>
                <a:t/>
              </a:r>
              <a:endParaRPr dirty="0" lang="en-US"/>
            </a:p>
          </p:txBody>
        </p:sp>
        <p:sp>
          <p:nvSpPr>
            <p:cNvPr id="37" name="OvalEBC5">
              <a:extLst>
                <a:ext uri="{CED54AC9-6274-498B-835A-2DCB9156D0BB}">
                  <a16:creationId xmlns:a16="http://schemas.microsoft.com/office/drawing/2010/main" id="{F8677630-4115-4217-A028-5FEF4D405ECA}"/>
                </a:ext>
              </a:extLst>
            </p:cNvPr>
            <p:cNvSpPr/>
            <p:nvPr userDrawn="1"/>
          </p:nvSpPr>
          <p:spPr>
            <a:xfrm rot="0">
              <a:off x="8839200" y="2552700"/>
              <a:ext cx="38100" cy="38100"/>
            </a:xfrm>
            <a:custGeom>
              <a:avLst/>
              <a:gdLst/>
              <a:ahLst/>
              <a:cxnLst/>
              <a:rect b="b" l="0" r="r" t="0"/>
              <a:pathLst>
                <a:path h="38100" w="38100">
                  <a:moveTo>
                    <a:pt x="19050" y="19050"/>
                  </a:moveTo>
                  <a:moveTo>
                    <a:pt x="0" y="19050"/>
                  </a:moveTo>
                  <a:cubicBezTo>
                    <a:pt x="0" y="29571"/>
                    <a:pt x="8529" y="38100"/>
                    <a:pt x="19050" y="38100"/>
                  </a:cubicBezTo>
                  <a:cubicBezTo>
                    <a:pt x="29571" y="38100"/>
                    <a:pt x="38100" y="29571"/>
                    <a:pt x="38100" y="19050"/>
                  </a:cubicBezTo>
                  <a:cubicBezTo>
                    <a:pt x="38100" y="19050"/>
                    <a:pt x="38100" y="19050"/>
                    <a:pt x="38100" y="19050"/>
                  </a:cubicBezTo>
                  <a:cubicBezTo>
                    <a:pt x="38100" y="8529"/>
                    <a:pt x="29571" y="0"/>
                    <a:pt x="19050" y="0"/>
                  </a:cubicBezTo>
                  <a:cubicBezTo>
                    <a:pt x="8529" y="0"/>
                    <a:pt x="0" y="8529"/>
                    <a:pt x="0" y="19050"/>
                  </a:cubicBezTo>
                  <a:cubicBezTo>
                    <a:pt x="0" y="19050"/>
                    <a:pt x="0" y="19050"/>
                    <a:pt x="0" y="19050"/>
                  </a:cubicBezTo>
                  <a:close/>
                </a:path>
              </a:pathLst>
            </a:custGeom>
            <a:solidFill>
              <a:srgbClr val="f64040">
                <a:alpha val="100000"/>
              </a:srgbClr>
            </a:solidFill>
            <a:ln>
              <a:noFill/>
            </a:ln>
          </p:spPr>
          <p:txBody>
            <a:bodyPr anchor="ctr" rtlCol="0">
              <a:noAutofit/>
            </a:bodyPr>
            <a:lstStyle/>
            <a:p>
              <a:pPr algn="ctr"/>
              <a:r>
                <a:rPr dirty="0" lang="en-US"/>
                <a:t/>
              </a:r>
              <a:endParaRPr dirty="0" lang="en-US"/>
            </a:p>
          </p:txBody>
        </p:sp>
        <p:sp>
          <p:nvSpPr>
            <p:cNvPr id="38" name="shape-9FF6">
              <a:extLst>
                <a:ext uri="{99174B62-8642-45EB-A3E1-C9A69BA11E46}">
                  <a16:creationId xmlns:a16="http://schemas.microsoft.com/office/drawing/2010/main" id="{9C73B08A-C120-4E98-8EC9-2DF3818C9394}"/>
                </a:ext>
              </a:extLst>
            </p:cNvPr>
            <p:cNvSpPr>
              <a:spLocks noChangeAspect="true"/>
            </p:cNvSpPr>
            <p:nvPr userDrawn="1"/>
          </p:nvSpPr>
          <p:spPr>
            <a:xfrm rot="0">
              <a:off x="2981325" y="2428875"/>
              <a:ext cx="295275" cy="295275"/>
            </a:xfrm>
            <a:custGeom>
              <a:avLst/>
              <a:gdLst/>
              <a:ahLst/>
              <a:cxnLst/>
              <a:rect b="b" l="0" r="r" t="0"/>
              <a:pathLst>
                <a:path h="238125" w="238125">
                  <a:moveTo>
                    <a:pt x="119063" y="119063"/>
                  </a:moveTo>
                  <a:moveTo>
                    <a:pt x="0" y="119063"/>
                  </a:moveTo>
                  <a:cubicBezTo>
                    <a:pt x="0" y="184819"/>
                    <a:pt x="53306" y="238125"/>
                    <a:pt x="119063" y="238125"/>
                  </a:cubicBezTo>
                  <a:cubicBezTo>
                    <a:pt x="184819" y="238125"/>
                    <a:pt x="238125" y="184819"/>
                    <a:pt x="238125" y="119063"/>
                  </a:cubicBezTo>
                  <a:cubicBezTo>
                    <a:pt x="238125" y="119063"/>
                    <a:pt x="238125" y="119062"/>
                    <a:pt x="238125" y="119062"/>
                  </a:cubicBezTo>
                  <a:cubicBezTo>
                    <a:pt x="238125" y="53306"/>
                    <a:pt x="184819" y="0"/>
                    <a:pt x="119063" y="0"/>
                  </a:cubicBezTo>
                  <a:cubicBezTo>
                    <a:pt x="53306" y="0"/>
                    <a:pt x="0" y="53306"/>
                    <a:pt x="0" y="119063"/>
                  </a:cubicBezTo>
                  <a:cubicBezTo>
                    <a:pt x="0" y="119063"/>
                    <a:pt x="0" y="119063"/>
                    <a:pt x="0" y="119063"/>
                  </a:cubicBezTo>
                  <a:close/>
                </a:path>
              </a:pathLst>
            </a:custGeom>
            <a:solidFill>
              <a:srgbClr val="ffffff"/>
            </a:solidFill>
            <a:ln w="9525">
              <a:solidFill>
                <a:srgbClr val="f64040">
                  <a:alpha val="100000"/>
                </a:srgbClr>
              </a:solidFill>
              <a:prstDash val="solid"/>
            </a:ln>
          </p:spPr>
          <p:txBody>
            <a:bodyPr anchor="ctr" rtlCol="0">
              <a:noAutofit/>
            </a:bodyPr>
            <a:lstStyle/>
            <a:p>
              <a:pPr algn="ctr"/>
              <a:r>
                <a:rPr dirty="0" lang="en-US"/>
                <a:t/>
              </a:r>
              <a:endParaRPr dirty="0" lang="en-US"/>
            </a:p>
          </p:txBody>
        </p:sp>
        <p:sp>
          <p:nvSpPr>
            <p:cNvPr id="39" name="shape-0531">
              <a:extLst>
                <a:ext uri="{8EBFB386-8022-490E-AD89-3A18BA492AF2}">
                  <a16:creationId xmlns:a16="http://schemas.microsoft.com/office/drawing/2010/main" id="{3947D711-C838-4E5F-9031-6C8E90CE2888}"/>
                </a:ext>
              </a:extLst>
            </p:cNvPr>
            <p:cNvSpPr>
              <a:spLocks noChangeAspect="true"/>
            </p:cNvSpPr>
            <p:nvPr userDrawn="1"/>
          </p:nvSpPr>
          <p:spPr>
            <a:xfrm rot="0">
              <a:off x="3967162" y="2428875"/>
              <a:ext cx="295275" cy="295275"/>
            </a:xfrm>
            <a:custGeom>
              <a:avLst/>
              <a:gdLst/>
              <a:ahLst/>
              <a:cxnLst/>
              <a:rect b="b" l="0" r="r" t="0"/>
              <a:pathLst>
                <a:path h="238125" w="238125">
                  <a:moveTo>
                    <a:pt x="119063" y="119063"/>
                  </a:moveTo>
                  <a:moveTo>
                    <a:pt x="0" y="119063"/>
                  </a:moveTo>
                  <a:cubicBezTo>
                    <a:pt x="0" y="184819"/>
                    <a:pt x="53306" y="238125"/>
                    <a:pt x="119063" y="238125"/>
                  </a:cubicBezTo>
                  <a:cubicBezTo>
                    <a:pt x="184819" y="238125"/>
                    <a:pt x="238125" y="184819"/>
                    <a:pt x="238125" y="119063"/>
                  </a:cubicBezTo>
                  <a:cubicBezTo>
                    <a:pt x="238125" y="119063"/>
                    <a:pt x="238125" y="119062"/>
                    <a:pt x="238125" y="119062"/>
                  </a:cubicBezTo>
                  <a:cubicBezTo>
                    <a:pt x="238125" y="53306"/>
                    <a:pt x="184819" y="0"/>
                    <a:pt x="119063" y="0"/>
                  </a:cubicBezTo>
                  <a:cubicBezTo>
                    <a:pt x="53306" y="0"/>
                    <a:pt x="0" y="53306"/>
                    <a:pt x="0" y="119063"/>
                  </a:cubicBezTo>
                  <a:cubicBezTo>
                    <a:pt x="0" y="119063"/>
                    <a:pt x="0" y="119063"/>
                    <a:pt x="0" y="119063"/>
                  </a:cubicBezTo>
                  <a:close/>
                </a:path>
              </a:pathLst>
            </a:custGeom>
            <a:solidFill>
              <a:srgbClr val="ffffff"/>
            </a:solidFill>
            <a:ln w="9525">
              <a:solidFill>
                <a:srgbClr val="ff9619">
                  <a:alpha val="100000"/>
                </a:srgbClr>
              </a:solidFill>
              <a:prstDash val="solid"/>
            </a:ln>
          </p:spPr>
          <p:txBody>
            <a:bodyPr anchor="ctr" rtlCol="0">
              <a:noAutofit/>
            </a:bodyPr>
            <a:lstStyle/>
            <a:p>
              <a:pPr algn="ctr"/>
              <a:r>
                <a:rPr dirty="0" lang="en-US"/>
                <a:t/>
              </a:r>
              <a:endParaRPr dirty="0" lang="en-US"/>
            </a:p>
          </p:txBody>
        </p:sp>
        <p:sp>
          <p:nvSpPr>
            <p:cNvPr id="40" name="">
              <a:extLst>
                <a:ext uri="{9DF6C71D-07C4-4578-A1E9-3A7448525040}">
                  <a16:creationId xmlns:a16="http://schemas.microsoft.com/office/drawing/2010/main" id="{ACBBAA2D-659C-44DE-B5AA-47728EC71255}"/>
                </a:ext>
              </a:extLst>
            </p:cNvPr>
            <p:cNvSpPr>
              <a:spLocks noChangeAspect="true"/>
            </p:cNvSpPr>
            <p:nvPr userDrawn="1"/>
          </p:nvSpPr>
          <p:spPr>
            <a:xfrm rot="0">
              <a:off x="4943475" y="2428875"/>
              <a:ext cx="295275" cy="295275"/>
            </a:xfrm>
            <a:custGeom>
              <a:avLst/>
              <a:gdLst/>
              <a:ahLst/>
              <a:cxnLst/>
              <a:rect b="b" l="0" r="r" t="0"/>
              <a:pathLst>
                <a:path h="238125" w="238125">
                  <a:moveTo>
                    <a:pt x="119063" y="119063"/>
                  </a:moveTo>
                  <a:moveTo>
                    <a:pt x="0" y="119063"/>
                  </a:moveTo>
                  <a:cubicBezTo>
                    <a:pt x="0" y="184819"/>
                    <a:pt x="53306" y="238125"/>
                    <a:pt x="119063" y="238125"/>
                  </a:cubicBezTo>
                  <a:cubicBezTo>
                    <a:pt x="184819" y="238125"/>
                    <a:pt x="238125" y="184819"/>
                    <a:pt x="238125" y="119063"/>
                  </a:cubicBezTo>
                  <a:cubicBezTo>
                    <a:pt x="238125" y="119063"/>
                    <a:pt x="238125" y="119062"/>
                    <a:pt x="238125" y="119062"/>
                  </a:cubicBezTo>
                  <a:cubicBezTo>
                    <a:pt x="238125" y="53306"/>
                    <a:pt x="184819" y="0"/>
                    <a:pt x="119063" y="0"/>
                  </a:cubicBezTo>
                  <a:cubicBezTo>
                    <a:pt x="53306" y="0"/>
                    <a:pt x="0" y="53306"/>
                    <a:pt x="0" y="119063"/>
                  </a:cubicBezTo>
                  <a:cubicBezTo>
                    <a:pt x="0" y="119063"/>
                    <a:pt x="0" y="119063"/>
                    <a:pt x="0" y="119063"/>
                  </a:cubicBezTo>
                  <a:close/>
                </a:path>
              </a:pathLst>
            </a:custGeom>
            <a:solidFill>
              <a:srgbClr val="ffffff"/>
            </a:solidFill>
            <a:ln w="9525">
              <a:solidFill>
                <a:srgbClr val="0abcbc"/>
              </a:solidFill>
              <a:prstDash val="solid"/>
            </a:ln>
          </p:spPr>
          <p:txBody>
            <a:bodyPr anchor="ctr" rtlCol="0">
              <a:noAutofit/>
            </a:bodyPr>
            <a:lstStyle/>
            <a:p>
              <a:pPr algn="ctr"/>
              <a:r>
                <a:rPr dirty="0" lang="en-US"/>
                <a:t/>
              </a:r>
              <a:endParaRPr dirty="0" lang="en-US"/>
            </a:p>
          </p:txBody>
        </p:sp>
        <p:sp>
          <p:nvSpPr>
            <p:cNvPr id="41" name="">
              <a:extLst>
                <a:ext uri="{D0F07477-2C89-452B-A100-745B126BAF80}">
                  <a16:creationId xmlns:a16="http://schemas.microsoft.com/office/drawing/2010/main" id="{1FF8D29C-6070-4A14-BBA0-8612C2745170}"/>
                </a:ext>
              </a:extLst>
            </p:cNvPr>
            <p:cNvSpPr>
              <a:spLocks noChangeAspect="true"/>
            </p:cNvSpPr>
            <p:nvPr userDrawn="1"/>
          </p:nvSpPr>
          <p:spPr>
            <a:xfrm rot="0">
              <a:off x="5934074" y="2428875"/>
              <a:ext cx="295275" cy="295275"/>
            </a:xfrm>
            <a:custGeom>
              <a:avLst/>
              <a:gdLst/>
              <a:ahLst/>
              <a:cxnLst/>
              <a:rect b="b" l="0" r="r" t="0"/>
              <a:pathLst>
                <a:path h="238125" w="238125">
                  <a:moveTo>
                    <a:pt x="119063" y="119063"/>
                  </a:moveTo>
                  <a:moveTo>
                    <a:pt x="0" y="119063"/>
                  </a:moveTo>
                  <a:cubicBezTo>
                    <a:pt x="0" y="184819"/>
                    <a:pt x="53306" y="238125"/>
                    <a:pt x="119063" y="238125"/>
                  </a:cubicBezTo>
                  <a:cubicBezTo>
                    <a:pt x="184819" y="238125"/>
                    <a:pt x="238125" y="184819"/>
                    <a:pt x="238125" y="119063"/>
                  </a:cubicBezTo>
                  <a:cubicBezTo>
                    <a:pt x="238125" y="119063"/>
                    <a:pt x="238125" y="119062"/>
                    <a:pt x="238125" y="119062"/>
                  </a:cubicBezTo>
                  <a:cubicBezTo>
                    <a:pt x="238125" y="53306"/>
                    <a:pt x="184819" y="0"/>
                    <a:pt x="119063" y="0"/>
                  </a:cubicBezTo>
                  <a:cubicBezTo>
                    <a:pt x="53306" y="0"/>
                    <a:pt x="0" y="53306"/>
                    <a:pt x="0" y="119063"/>
                  </a:cubicBezTo>
                  <a:cubicBezTo>
                    <a:pt x="0" y="119063"/>
                    <a:pt x="0" y="119063"/>
                    <a:pt x="0" y="119063"/>
                  </a:cubicBezTo>
                  <a:close/>
                </a:path>
              </a:pathLst>
            </a:custGeom>
            <a:solidFill>
              <a:srgbClr val="ffffff"/>
            </a:solidFill>
            <a:ln w="9525">
              <a:solidFill>
                <a:srgbClr val="2761c0"/>
              </a:solidFill>
              <a:prstDash val="solid"/>
            </a:ln>
          </p:spPr>
          <p:txBody>
            <a:bodyPr anchor="ctr" rtlCol="0">
              <a:noAutofit/>
            </a:bodyPr>
            <a:lstStyle/>
            <a:p>
              <a:pPr algn="ctr"/>
              <a:r>
                <a:rPr dirty="0" lang="en-US"/>
                <a:t/>
              </a:r>
              <a:endParaRPr dirty="0" lang="en-US"/>
            </a:p>
          </p:txBody>
        </p:sp>
        <p:sp>
          <p:nvSpPr>
            <p:cNvPr id="42" name="">
              <a:extLst>
                <a:ext uri="{16BE3406-F5B1-4AEE-85CE-27ABF2B8226F}">
                  <a16:creationId xmlns:a16="http://schemas.microsoft.com/office/drawing/2010/main" id="{E5096F10-CD18-4965-8C00-2E026E34F5BD}"/>
                </a:ext>
              </a:extLst>
            </p:cNvPr>
            <p:cNvSpPr>
              <a:spLocks noChangeAspect="true"/>
            </p:cNvSpPr>
            <p:nvPr userDrawn="1"/>
          </p:nvSpPr>
          <p:spPr>
            <a:xfrm rot="0">
              <a:off x="6915150" y="2428875"/>
              <a:ext cx="295275" cy="295275"/>
            </a:xfrm>
            <a:custGeom>
              <a:avLst/>
              <a:gdLst/>
              <a:ahLst/>
              <a:cxnLst/>
              <a:rect b="b" l="0" r="r" t="0"/>
              <a:pathLst>
                <a:path h="238125" w="238125">
                  <a:moveTo>
                    <a:pt x="119063" y="119063"/>
                  </a:moveTo>
                  <a:moveTo>
                    <a:pt x="0" y="119063"/>
                  </a:moveTo>
                  <a:cubicBezTo>
                    <a:pt x="0" y="184819"/>
                    <a:pt x="53306" y="238125"/>
                    <a:pt x="119063" y="238125"/>
                  </a:cubicBezTo>
                  <a:cubicBezTo>
                    <a:pt x="184819" y="238125"/>
                    <a:pt x="238125" y="184819"/>
                    <a:pt x="238125" y="119063"/>
                  </a:cubicBezTo>
                  <a:cubicBezTo>
                    <a:pt x="238125" y="119063"/>
                    <a:pt x="238125" y="119062"/>
                    <a:pt x="238125" y="119062"/>
                  </a:cubicBezTo>
                  <a:cubicBezTo>
                    <a:pt x="238125" y="53306"/>
                    <a:pt x="184819" y="0"/>
                    <a:pt x="119063" y="0"/>
                  </a:cubicBezTo>
                  <a:cubicBezTo>
                    <a:pt x="53306" y="0"/>
                    <a:pt x="0" y="53306"/>
                    <a:pt x="0" y="119063"/>
                  </a:cubicBezTo>
                  <a:cubicBezTo>
                    <a:pt x="0" y="119063"/>
                    <a:pt x="0" y="119063"/>
                    <a:pt x="0" y="119063"/>
                  </a:cubicBezTo>
                  <a:close/>
                </a:path>
              </a:pathLst>
            </a:custGeom>
            <a:solidFill>
              <a:srgbClr val="ffffff"/>
            </a:solidFill>
            <a:ln w="9525">
              <a:solidFill>
                <a:srgbClr val="9844d7"/>
              </a:solidFill>
              <a:prstDash val="solid"/>
            </a:ln>
          </p:spPr>
          <p:txBody>
            <a:bodyPr anchor="ctr" rtlCol="0">
              <a:noAutofit/>
            </a:bodyPr>
            <a:lstStyle/>
            <a:p>
              <a:pPr algn="ctr"/>
              <a:r>
                <a:rPr dirty="0" lang="en-US"/>
                <a:t/>
              </a:r>
              <a:endParaRPr dirty="0" lang="en-US"/>
            </a:p>
          </p:txBody>
        </p:sp>
        <p:sp>
          <p:nvSpPr>
            <p:cNvPr id="43" name="">
              <a:extLst>
                <a:ext uri="{1BC7282E-94D5-4241-8FE7-A3387B4FB87B}">
                  <a16:creationId xmlns:a16="http://schemas.microsoft.com/office/drawing/2010/main" id="{7BE03576-FA2E-4CC0-B62E-43D5E4974E2F}"/>
                </a:ext>
              </a:extLst>
            </p:cNvPr>
            <p:cNvSpPr>
              <a:spLocks noChangeAspect="true"/>
            </p:cNvSpPr>
            <p:nvPr userDrawn="1"/>
          </p:nvSpPr>
          <p:spPr>
            <a:xfrm rot="0">
              <a:off x="7896225" y="2428875"/>
              <a:ext cx="295275" cy="295275"/>
            </a:xfrm>
            <a:custGeom>
              <a:avLst/>
              <a:gdLst/>
              <a:ahLst/>
              <a:cxnLst/>
              <a:rect b="b" l="0" r="r" t="0"/>
              <a:pathLst>
                <a:path h="238125" w="238125">
                  <a:moveTo>
                    <a:pt x="119063" y="119063"/>
                  </a:moveTo>
                  <a:moveTo>
                    <a:pt x="0" y="119063"/>
                  </a:moveTo>
                  <a:cubicBezTo>
                    <a:pt x="0" y="184819"/>
                    <a:pt x="53306" y="238125"/>
                    <a:pt x="119063" y="238125"/>
                  </a:cubicBezTo>
                  <a:cubicBezTo>
                    <a:pt x="184819" y="238125"/>
                    <a:pt x="238125" y="184819"/>
                    <a:pt x="238125" y="119063"/>
                  </a:cubicBezTo>
                  <a:cubicBezTo>
                    <a:pt x="238125" y="119063"/>
                    <a:pt x="238125" y="119062"/>
                    <a:pt x="238125" y="119062"/>
                  </a:cubicBezTo>
                  <a:cubicBezTo>
                    <a:pt x="238125" y="53306"/>
                    <a:pt x="184819" y="0"/>
                    <a:pt x="119063" y="0"/>
                  </a:cubicBezTo>
                  <a:cubicBezTo>
                    <a:pt x="53306" y="0"/>
                    <a:pt x="0" y="53306"/>
                    <a:pt x="0" y="119063"/>
                  </a:cubicBezTo>
                  <a:cubicBezTo>
                    <a:pt x="0" y="119063"/>
                    <a:pt x="0" y="119063"/>
                    <a:pt x="0" y="119063"/>
                  </a:cubicBezTo>
                  <a:close/>
                </a:path>
              </a:pathLst>
            </a:custGeom>
            <a:solidFill>
              <a:srgbClr val="ffffff"/>
            </a:solidFill>
            <a:ln w="9525">
              <a:solidFill>
                <a:srgbClr val="e14191"/>
              </a:solidFill>
              <a:prstDash val="solid"/>
            </a:ln>
          </p:spPr>
          <p:txBody>
            <a:bodyPr anchor="ctr" rtlCol="0">
              <a:noAutofit/>
            </a:bodyPr>
            <a:lstStyle/>
            <a:p>
              <a:pPr algn="ctr"/>
              <a:r>
                <a:rPr dirty="0" lang="en-US"/>
                <a:t/>
              </a:r>
              <a:endParaRPr dirty="0" lang="en-US"/>
            </a:p>
          </p:txBody>
        </p:sp>
        <p:sp>
          <p:nvSpPr>
            <p:cNvPr id="44" name="path-52CC7">
              <a:extLst>
                <a:ext uri="{787D7FDA-DCBB-48AF-8376-A19F34A776C8}">
                  <a16:creationId xmlns:a16="http://schemas.microsoft.com/office/drawing/2010/main" id="{B4E9365E-618D-4680-8419-CD7FFC3EE2A4}"/>
                </a:ext>
              </a:extLst>
            </p:cNvPr>
            <p:cNvSpPr>
              <a:spLocks noChangeAspect="true"/>
            </p:cNvSpPr>
            <p:nvPr userDrawn="1"/>
          </p:nvSpPr>
          <p:spPr>
            <a:xfrm rot="0">
              <a:off x="6953250" y="2466975"/>
              <a:ext cx="219075" cy="219075"/>
            </a:xfrm>
            <a:custGeom>
              <a:avLst/>
              <a:gdLst/>
              <a:ahLst/>
              <a:cxnLst/>
              <a:rect b="b" l="0" r="r" t="0"/>
              <a:pathLst>
                <a:path h="228600" w="228600">
                  <a:moveTo>
                    <a:pt x="114300" y="114300"/>
                  </a:moveTo>
                  <a:moveTo>
                    <a:pt x="0" y="114300"/>
                  </a:moveTo>
                  <a:cubicBezTo>
                    <a:pt x="0" y="177426"/>
                    <a:pt x="51174" y="228600"/>
                    <a:pt x="114300" y="228600"/>
                  </a:cubicBezTo>
                  <a:cubicBezTo>
                    <a:pt x="177426" y="228600"/>
                    <a:pt x="228600" y="177426"/>
                    <a:pt x="228600" y="114300"/>
                  </a:cubicBezTo>
                  <a:cubicBezTo>
                    <a:pt x="228600" y="114300"/>
                    <a:pt x="228600" y="114300"/>
                    <a:pt x="228600" y="114300"/>
                  </a:cubicBezTo>
                  <a:cubicBezTo>
                    <a:pt x="228600" y="51174"/>
                    <a:pt x="177426" y="0"/>
                    <a:pt x="114300" y="0"/>
                  </a:cubicBezTo>
                  <a:cubicBezTo>
                    <a:pt x="51174" y="0"/>
                    <a:pt x="0" y="51174"/>
                    <a:pt x="0" y="114300"/>
                  </a:cubicBezTo>
                  <a:cubicBezTo>
                    <a:pt x="0" y="114300"/>
                    <a:pt x="0" y="114300"/>
                    <a:pt x="0" y="114300"/>
                  </a:cubicBezTo>
                  <a:close/>
                </a:path>
              </a:pathLst>
            </a:custGeom>
            <a:solidFill>
              <a:srgbClr val="9844d7">
                <a:alpha val="100000"/>
              </a:srgbClr>
            </a:solidFill>
            <a:ln>
              <a:noFill/>
            </a:ln>
          </p:spPr>
          <p:txBody>
            <a:bodyPr anchor="ctr" bIns="0" lIns="0" rIns="0" rtlCol="0" tIns="0">
              <a:noAutofit/>
            </a:bodyPr>
            <a:lstStyle/>
            <a:p>
              <a:pPr algn="ctr">
                <a:defRPr b="0" dirty="0" lang="en-US" sz="900">
                  <a:solidFill>
                    <a:srgbClr val="ffffff"/>
                  </a:solidFill>
                  <a:latin typeface="Source Sans Pro"/>
                </a:defRPr>
              </a:pPr>
              <a:r>
                <a:rPr b="0" dirty="0" lang="en-US" sz="900">
                  <a:solidFill>
                    <a:srgbClr val="ffffff"/>
                  </a:solidFill>
                  <a:latin typeface="Source Sans Pro"/>
                </a:rPr>
                <a:t>5</a:t>
              </a:r>
              <a:endParaRPr b="0" dirty="0" lang="en-US" sz="900">
                <a:solidFill>
                  <a:srgbClr val="ffffff"/>
                </a:solidFill>
                <a:latin typeface="Source Sans Pro"/>
              </a:endParaRPr>
            </a:p>
          </p:txBody>
        </p:sp>
        <p:sp>
          <p:nvSpPr>
            <p:cNvPr id="45" name="path-18E66">
              <a:extLst>
                <a:ext uri="{485DF244-6174-4362-8AF5-BB155B8F1CA7}">
                  <a16:creationId xmlns:a16="http://schemas.microsoft.com/office/drawing/2010/main" id="{17CE3DB9-2E08-4B3B-9764-77315C6C514D}"/>
                </a:ext>
              </a:extLst>
            </p:cNvPr>
            <p:cNvSpPr>
              <a:spLocks noChangeAspect="true"/>
            </p:cNvSpPr>
            <p:nvPr userDrawn="1"/>
          </p:nvSpPr>
          <p:spPr>
            <a:xfrm rot="0">
              <a:off x="3019425" y="2466975"/>
              <a:ext cx="219075" cy="219075"/>
            </a:xfrm>
            <a:custGeom>
              <a:avLst/>
              <a:gdLst/>
              <a:ahLst/>
              <a:cxnLst/>
              <a:rect b="b" l="0" r="r" t="0"/>
              <a:pathLst>
                <a:path h="228600" w="228600">
                  <a:moveTo>
                    <a:pt x="114300" y="114300"/>
                  </a:moveTo>
                  <a:moveTo>
                    <a:pt x="0" y="114300"/>
                  </a:moveTo>
                  <a:cubicBezTo>
                    <a:pt x="0" y="177426"/>
                    <a:pt x="51174" y="228600"/>
                    <a:pt x="114300" y="228600"/>
                  </a:cubicBezTo>
                  <a:cubicBezTo>
                    <a:pt x="177426" y="228600"/>
                    <a:pt x="228600" y="177426"/>
                    <a:pt x="228600" y="114300"/>
                  </a:cubicBezTo>
                  <a:cubicBezTo>
                    <a:pt x="228600" y="114300"/>
                    <a:pt x="228600" y="114300"/>
                    <a:pt x="228600" y="114300"/>
                  </a:cubicBezTo>
                  <a:cubicBezTo>
                    <a:pt x="228600" y="51174"/>
                    <a:pt x="177426" y="0"/>
                    <a:pt x="114300" y="0"/>
                  </a:cubicBezTo>
                  <a:cubicBezTo>
                    <a:pt x="51174" y="0"/>
                    <a:pt x="0" y="51174"/>
                    <a:pt x="0" y="114300"/>
                  </a:cubicBezTo>
                  <a:cubicBezTo>
                    <a:pt x="0" y="114300"/>
                    <a:pt x="0" y="114300"/>
                    <a:pt x="0" y="114300"/>
                  </a:cubicBezTo>
                  <a:close/>
                </a:path>
              </a:pathLst>
            </a:custGeom>
            <a:solidFill>
              <a:srgbClr val="f64040">
                <a:alpha val="100000"/>
              </a:srgbClr>
            </a:solidFill>
            <a:ln>
              <a:noFill/>
            </a:ln>
          </p:spPr>
          <p:txBody>
            <a:bodyPr anchor="ctr" bIns="0" lIns="0" rIns="0" rtlCol="0" tIns="0">
              <a:noAutofit/>
            </a:bodyPr>
            <a:lstStyle/>
            <a:p>
              <a:pPr algn="ctr">
                <a:defRPr b="0" dirty="0" lang="en-US" sz="900">
                  <a:solidFill>
                    <a:srgbClr val="ffffff"/>
                  </a:solidFill>
                  <a:latin typeface="Source Sans Pro"/>
                </a:defRPr>
              </a:pPr>
              <a:r>
                <a:rPr b="0" dirty="0" lang="en-US" sz="900">
                  <a:solidFill>
                    <a:srgbClr val="ffffff"/>
                  </a:solidFill>
                  <a:latin typeface="Source Sans Pro"/>
                </a:rPr>
                <a:t>1</a:t>
              </a:r>
              <a:endParaRPr b="0" dirty="0" lang="en-US" sz="900">
                <a:solidFill>
                  <a:srgbClr val="ffffff"/>
                </a:solidFill>
                <a:latin typeface="Source Sans Pro"/>
              </a:endParaRPr>
            </a:p>
          </p:txBody>
        </p:sp>
        <p:sp>
          <p:nvSpPr>
            <p:cNvPr id="46" name="path-23A9C">
              <a:extLst>
                <a:ext uri="{A5052A5D-F11D-4A28-97E3-2699049C9140}">
                  <a16:creationId xmlns:a16="http://schemas.microsoft.com/office/drawing/2010/main" id="{499E579B-FF81-4076-9CDE-6A296CA4D839}"/>
                </a:ext>
              </a:extLst>
            </p:cNvPr>
            <p:cNvSpPr>
              <a:spLocks noChangeAspect="true"/>
            </p:cNvSpPr>
            <p:nvPr userDrawn="1"/>
          </p:nvSpPr>
          <p:spPr>
            <a:xfrm rot="0">
              <a:off x="4010025" y="2466975"/>
              <a:ext cx="219075" cy="219075"/>
            </a:xfrm>
            <a:custGeom>
              <a:avLst/>
              <a:gdLst/>
              <a:ahLst/>
              <a:cxnLst/>
              <a:rect b="b" l="0" r="r" t="0"/>
              <a:pathLst>
                <a:path h="228600" w="228600">
                  <a:moveTo>
                    <a:pt x="114300" y="114300"/>
                  </a:moveTo>
                  <a:moveTo>
                    <a:pt x="0" y="114300"/>
                  </a:moveTo>
                  <a:cubicBezTo>
                    <a:pt x="0" y="177426"/>
                    <a:pt x="51174" y="228600"/>
                    <a:pt x="114300" y="228600"/>
                  </a:cubicBezTo>
                  <a:cubicBezTo>
                    <a:pt x="177426" y="228600"/>
                    <a:pt x="228600" y="177426"/>
                    <a:pt x="228600" y="114300"/>
                  </a:cubicBezTo>
                  <a:cubicBezTo>
                    <a:pt x="228600" y="114300"/>
                    <a:pt x="228600" y="114300"/>
                    <a:pt x="228600" y="114300"/>
                  </a:cubicBezTo>
                  <a:cubicBezTo>
                    <a:pt x="228600" y="51174"/>
                    <a:pt x="177426" y="0"/>
                    <a:pt x="114300" y="0"/>
                  </a:cubicBezTo>
                  <a:cubicBezTo>
                    <a:pt x="51174" y="0"/>
                    <a:pt x="0" y="51174"/>
                    <a:pt x="0" y="114300"/>
                  </a:cubicBezTo>
                  <a:cubicBezTo>
                    <a:pt x="0" y="114300"/>
                    <a:pt x="0" y="114300"/>
                    <a:pt x="0" y="114300"/>
                  </a:cubicBezTo>
                  <a:close/>
                </a:path>
              </a:pathLst>
            </a:custGeom>
            <a:solidFill>
              <a:srgbClr val="ff9619">
                <a:alpha val="100000"/>
              </a:srgbClr>
            </a:solidFill>
            <a:ln>
              <a:noFill/>
            </a:ln>
          </p:spPr>
          <p:txBody>
            <a:bodyPr anchor="ctr" bIns="0" lIns="0" rIns="0" rtlCol="0" tIns="0">
              <a:noAutofit/>
            </a:bodyPr>
            <a:lstStyle/>
            <a:p>
              <a:pPr algn="ctr">
                <a:defRPr b="0" dirty="0" lang="en-US" sz="900">
                  <a:solidFill>
                    <a:srgbClr val="ffffff"/>
                  </a:solidFill>
                  <a:latin typeface="Source Sans Pro"/>
                </a:defRPr>
              </a:pPr>
              <a:r>
                <a:rPr b="0" dirty="0" lang="en-US" sz="900">
                  <a:solidFill>
                    <a:srgbClr val="ffffff"/>
                  </a:solidFill>
                  <a:latin typeface="Source Sans Pro"/>
                </a:rPr>
                <a:t>2</a:t>
              </a:r>
              <a:endParaRPr b="0" dirty="0" lang="en-US" sz="900">
                <a:solidFill>
                  <a:srgbClr val="ffffff"/>
                </a:solidFill>
                <a:latin typeface="Source Sans Pro"/>
              </a:endParaRPr>
            </a:p>
          </p:txBody>
        </p:sp>
        <p:sp>
          <p:nvSpPr>
            <p:cNvPr id="47" name="path-34FF5">
              <a:extLst>
                <a:ext uri="{BDD6F2FE-1683-438E-B218-74806F578A3D}">
                  <a16:creationId xmlns:a16="http://schemas.microsoft.com/office/drawing/2010/main" id="{7A2E1AE6-089D-46AA-8254-2E34732A5688}"/>
                </a:ext>
              </a:extLst>
            </p:cNvPr>
            <p:cNvSpPr>
              <a:spLocks noChangeAspect="true"/>
            </p:cNvSpPr>
            <p:nvPr userDrawn="1"/>
          </p:nvSpPr>
          <p:spPr>
            <a:xfrm rot="0">
              <a:off x="4991100" y="2466975"/>
              <a:ext cx="219075" cy="219075"/>
            </a:xfrm>
            <a:custGeom>
              <a:avLst/>
              <a:gdLst/>
              <a:ahLst/>
              <a:cxnLst/>
              <a:rect b="b" l="0" r="r" t="0"/>
              <a:pathLst>
                <a:path h="228600" w="228600">
                  <a:moveTo>
                    <a:pt x="114300" y="114300"/>
                  </a:moveTo>
                  <a:moveTo>
                    <a:pt x="0" y="114300"/>
                  </a:moveTo>
                  <a:cubicBezTo>
                    <a:pt x="0" y="177426"/>
                    <a:pt x="51174" y="228600"/>
                    <a:pt x="114300" y="228600"/>
                  </a:cubicBezTo>
                  <a:cubicBezTo>
                    <a:pt x="177426" y="228600"/>
                    <a:pt x="228600" y="177426"/>
                    <a:pt x="228600" y="114300"/>
                  </a:cubicBezTo>
                  <a:cubicBezTo>
                    <a:pt x="228600" y="114300"/>
                    <a:pt x="228600" y="114300"/>
                    <a:pt x="228600" y="114300"/>
                  </a:cubicBezTo>
                  <a:cubicBezTo>
                    <a:pt x="228600" y="51174"/>
                    <a:pt x="177426" y="0"/>
                    <a:pt x="114300" y="0"/>
                  </a:cubicBezTo>
                  <a:cubicBezTo>
                    <a:pt x="51174" y="0"/>
                    <a:pt x="0" y="51174"/>
                    <a:pt x="0" y="114300"/>
                  </a:cubicBezTo>
                  <a:cubicBezTo>
                    <a:pt x="0" y="114300"/>
                    <a:pt x="0" y="114300"/>
                    <a:pt x="0" y="114300"/>
                  </a:cubicBezTo>
                  <a:close/>
                </a:path>
              </a:pathLst>
            </a:custGeom>
            <a:solidFill>
              <a:srgbClr val="0abcbc">
                <a:alpha val="100000"/>
              </a:srgbClr>
            </a:solidFill>
            <a:ln>
              <a:noFill/>
            </a:ln>
          </p:spPr>
          <p:txBody>
            <a:bodyPr anchor="ctr" bIns="0" lIns="0" rIns="0" rtlCol="0" tIns="0">
              <a:noAutofit/>
            </a:bodyPr>
            <a:lstStyle/>
            <a:p>
              <a:pPr algn="ctr">
                <a:defRPr b="0" dirty="0" lang="en-US" sz="900">
                  <a:solidFill>
                    <a:srgbClr val="ffffff"/>
                  </a:solidFill>
                  <a:latin typeface="Source Sans Pro"/>
                </a:defRPr>
              </a:pPr>
              <a:r>
                <a:rPr b="0" dirty="0" lang="en-US" sz="900">
                  <a:solidFill>
                    <a:srgbClr val="ffffff"/>
                  </a:solidFill>
                  <a:latin typeface="Source Sans Pro"/>
                </a:rPr>
                <a:t>3</a:t>
              </a:r>
              <a:endParaRPr b="0" dirty="0" lang="en-US" sz="900">
                <a:solidFill>
                  <a:srgbClr val="ffffff"/>
                </a:solidFill>
                <a:latin typeface="Source Sans Pro"/>
              </a:endParaRPr>
            </a:p>
          </p:txBody>
        </p:sp>
        <p:sp>
          <p:nvSpPr>
            <p:cNvPr id="48" name="path-46E60">
              <a:extLst>
                <a:ext uri="{E786364F-F091-438D-ABDA-6EDFC6E293DD}">
                  <a16:creationId xmlns:a16="http://schemas.microsoft.com/office/drawing/2010/main" id="{B929A0DC-B89E-469F-AAC6-34527462647C}"/>
                </a:ext>
              </a:extLst>
            </p:cNvPr>
            <p:cNvSpPr>
              <a:spLocks noChangeAspect="true"/>
            </p:cNvSpPr>
            <p:nvPr userDrawn="1"/>
          </p:nvSpPr>
          <p:spPr>
            <a:xfrm rot="0">
              <a:off x="5972174" y="2466975"/>
              <a:ext cx="219075" cy="219075"/>
            </a:xfrm>
            <a:custGeom>
              <a:avLst/>
              <a:gdLst/>
              <a:ahLst/>
              <a:cxnLst/>
              <a:rect b="b" l="0" r="r" t="0"/>
              <a:pathLst>
                <a:path h="228600" w="228600">
                  <a:moveTo>
                    <a:pt x="114300" y="114300"/>
                  </a:moveTo>
                  <a:moveTo>
                    <a:pt x="0" y="114300"/>
                  </a:moveTo>
                  <a:cubicBezTo>
                    <a:pt x="0" y="177426"/>
                    <a:pt x="51174" y="228600"/>
                    <a:pt x="114300" y="228600"/>
                  </a:cubicBezTo>
                  <a:cubicBezTo>
                    <a:pt x="177426" y="228600"/>
                    <a:pt x="228600" y="177426"/>
                    <a:pt x="228600" y="114300"/>
                  </a:cubicBezTo>
                  <a:cubicBezTo>
                    <a:pt x="228600" y="114300"/>
                    <a:pt x="228600" y="114300"/>
                    <a:pt x="228600" y="114300"/>
                  </a:cubicBezTo>
                  <a:cubicBezTo>
                    <a:pt x="228600" y="51174"/>
                    <a:pt x="177426" y="0"/>
                    <a:pt x="114300" y="0"/>
                  </a:cubicBezTo>
                  <a:cubicBezTo>
                    <a:pt x="51174" y="0"/>
                    <a:pt x="0" y="51174"/>
                    <a:pt x="0" y="114300"/>
                  </a:cubicBezTo>
                  <a:cubicBezTo>
                    <a:pt x="0" y="114300"/>
                    <a:pt x="0" y="114300"/>
                    <a:pt x="0" y="114300"/>
                  </a:cubicBezTo>
                  <a:close/>
                </a:path>
              </a:pathLst>
            </a:custGeom>
            <a:solidFill>
              <a:srgbClr val="2761c0">
                <a:alpha val="100000"/>
              </a:srgbClr>
            </a:solidFill>
            <a:ln>
              <a:noFill/>
            </a:ln>
          </p:spPr>
          <p:txBody>
            <a:bodyPr anchor="ctr" bIns="0" lIns="0" rIns="0" rtlCol="0" tIns="0">
              <a:noAutofit/>
            </a:bodyPr>
            <a:lstStyle/>
            <a:p>
              <a:pPr algn="ctr">
                <a:defRPr b="0" dirty="0" lang="en-US" sz="900">
                  <a:solidFill>
                    <a:srgbClr val="ffffff"/>
                  </a:solidFill>
                  <a:latin typeface="Source Sans Pro"/>
                </a:defRPr>
              </a:pPr>
              <a:r>
                <a:rPr b="0" dirty="0" lang="en-US" sz="900">
                  <a:solidFill>
                    <a:srgbClr val="ffffff"/>
                  </a:solidFill>
                  <a:latin typeface="Source Sans Pro"/>
                </a:rPr>
                <a:t>4</a:t>
              </a:r>
              <a:endParaRPr b="0" dirty="0" lang="en-US" sz="900">
                <a:solidFill>
                  <a:srgbClr val="ffffff"/>
                </a:solidFill>
                <a:latin typeface="Source Sans Pro"/>
              </a:endParaRPr>
            </a:p>
          </p:txBody>
        </p:sp>
        <p:sp>
          <p:nvSpPr>
            <p:cNvPr id="49" name="path-6DEEA">
              <a:extLst>
                <a:ext uri="{91E6842E-37CA-4C65-8C04-A4389C512813}">
                  <a16:creationId xmlns:a16="http://schemas.microsoft.com/office/drawing/2010/main" id="{66DC256B-8CE8-46FA-A226-077B50377633}"/>
                </a:ext>
              </a:extLst>
            </p:cNvPr>
            <p:cNvSpPr>
              <a:spLocks noChangeAspect="true"/>
            </p:cNvSpPr>
            <p:nvPr userDrawn="1"/>
          </p:nvSpPr>
          <p:spPr>
            <a:xfrm rot="0">
              <a:off x="7934325" y="2466975"/>
              <a:ext cx="219075" cy="219075"/>
            </a:xfrm>
            <a:custGeom>
              <a:avLst/>
              <a:gdLst/>
              <a:ahLst/>
              <a:cxnLst/>
              <a:rect b="b" l="0" r="r" t="0"/>
              <a:pathLst>
                <a:path h="228600" w="228600">
                  <a:moveTo>
                    <a:pt x="114300" y="114300"/>
                  </a:moveTo>
                  <a:moveTo>
                    <a:pt x="0" y="114300"/>
                  </a:moveTo>
                  <a:cubicBezTo>
                    <a:pt x="0" y="177426"/>
                    <a:pt x="51174" y="228600"/>
                    <a:pt x="114300" y="228600"/>
                  </a:cubicBezTo>
                  <a:cubicBezTo>
                    <a:pt x="177426" y="228600"/>
                    <a:pt x="228600" y="177426"/>
                    <a:pt x="228600" y="114300"/>
                  </a:cubicBezTo>
                  <a:cubicBezTo>
                    <a:pt x="228600" y="114300"/>
                    <a:pt x="228600" y="114300"/>
                    <a:pt x="228600" y="114300"/>
                  </a:cubicBezTo>
                  <a:cubicBezTo>
                    <a:pt x="228600" y="51174"/>
                    <a:pt x="177426" y="0"/>
                    <a:pt x="114300" y="0"/>
                  </a:cubicBezTo>
                  <a:cubicBezTo>
                    <a:pt x="51174" y="0"/>
                    <a:pt x="0" y="51174"/>
                    <a:pt x="0" y="114300"/>
                  </a:cubicBezTo>
                  <a:cubicBezTo>
                    <a:pt x="0" y="114300"/>
                    <a:pt x="0" y="114300"/>
                    <a:pt x="0" y="114300"/>
                  </a:cubicBezTo>
                  <a:close/>
                </a:path>
              </a:pathLst>
            </a:custGeom>
            <a:solidFill>
              <a:srgbClr val="e14191">
                <a:alpha val="100000"/>
              </a:srgbClr>
            </a:solidFill>
            <a:ln>
              <a:noFill/>
            </a:ln>
          </p:spPr>
          <p:txBody>
            <a:bodyPr anchor="ctr" bIns="0" lIns="0" rIns="0" rtlCol="0" tIns="0">
              <a:noAutofit/>
            </a:bodyPr>
            <a:lstStyle/>
            <a:p>
              <a:pPr algn="ctr">
                <a:defRPr b="0" dirty="0" lang="en-US" sz="900">
                  <a:solidFill>
                    <a:srgbClr val="ffffff"/>
                  </a:solidFill>
                  <a:latin typeface="Source Sans Pro"/>
                </a:defRPr>
              </a:pPr>
              <a:r>
                <a:rPr b="0" dirty="0" lang="en-US" sz="900">
                  <a:solidFill>
                    <a:srgbClr val="ffffff"/>
                  </a:solidFill>
                  <a:latin typeface="Source Sans Pro"/>
                </a:rPr>
                <a:t>6</a:t>
              </a:r>
              <a:endParaRPr b="0" dirty="0" lang="en-US" sz="900">
                <a:solidFill>
                  <a:srgbClr val="ffffff"/>
                </a:solidFill>
                <a:latin typeface="Source Sans Pro"/>
              </a:endParaRPr>
            </a:p>
          </p:txBody>
        </p:sp>
      </p:grpSp>
    </p:spTree>
    <p:custDataLst>
      <p:tags r:id="rId2"/>
    </p:custDataLst>
    <p:extLst>
      <p:ext uri="{9E00489C-F988-45BD-869C-D9D6A3AE7E45}">
        <p14:creationId xmlns:p14="http://schemas.microsoft.com/office/powerpoint/2010/main" val="1785244659675"/>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theme/theme1.xml" Type="http://schemas.openxmlformats.org/officeDocument/2006/relationships/theme"/></Relationships>
</file>

<file path=ppt/slideMasters/slideMaster1.xml><?xml version="1.0" encoding="utf-8"?>
<p:sldMaste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Master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92C9602C-7AFB-4D34-9C75-D310116E3E00}">
                <a16:creationId xmlns:a16="http://schemas.microsoft.com/office/drawing/2010/main" id="{0C2E1B44-7260-499E-9514-C4B6EB581088}"/>
              </a:ext>
            </a:extLst>
          </p:cNvPr>
          <p:cNvSpPr>
            <a:spLocks noGrp="true"/>
          </p:cNvSpPr>
          <p:nvPr>
            <p:ph type="title"/>
          </p:nvPr>
        </p:nvSpPr>
        <p:spPr>
          <a:xfrm rot="0">
            <a:off x="762000" y="349045"/>
            <a:ext cx="7620000" cy="857250"/>
          </a:xfrm>
          <a:prstGeom prst="rect">
            <a:avLst/>
          </a:prstGeom>
        </p:spPr>
        <p:txBody>
          <a:bodyPr anchor="b" bIns="45720" lIns="91440" rIns="91440" rtlCol="0" tIns="45720">
            <a:noAutofit/>
          </a:bodyPr>
          <a:lstStyle/>
          <a:p>
            <a:pPr/>
            <a:r>
              <a:rPr dirty="0" lang="en-US"/>
              <a:t>Click to edit Master title style</a:t>
            </a:r>
            <a:endParaRPr dirty="0" lang="en-US"/>
          </a:p>
        </p:txBody>
      </p:sp>
      <p:sp>
        <p:nvSpPr>
          <p:cNvPr id="3" name="Text Placeholder 2">
            <a:extLst>
              <a:ext uri="{AC8735C7-5D0F-4A3F-B53D-BF9AC54D7230}">
                <a16:creationId xmlns:a16="http://schemas.microsoft.com/office/drawing/2010/main" id="{1EA45A7E-A8D6-4A0E-B52E-9363E31B1421}"/>
              </a:ext>
            </a:extLst>
          </p:cNvPr>
          <p:cNvSpPr>
            <a:spLocks noGrp="true"/>
          </p:cNvSpPr>
          <p:nvPr>
            <p:ph idx="1" type="body"/>
          </p:nvPr>
        </p:nvSpPr>
        <p:spPr>
          <a:xfrm rot="0">
            <a:off x="762000" y="1428750"/>
            <a:ext cx="7620000" cy="3048000"/>
          </a:xfrm>
          <a:prstGeom prst="rect">
            <a:avLst/>
          </a:prstGeom>
        </p:spPr>
        <p:txBody>
          <a:bodyPr bIns="45720" lIns="91440" rIns="91440" rtlCol="0" tIns="93600">
            <a:normAutofit fontScale="100000" lnSpcReduction="0"/>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4" name="Slide Number Placeholder 5">
            <a:extLst>
              <a:ext uri="{1542FA7B-31BD-4285-9469-B56468540887}">
                <a16:creationId xmlns:a16="http://schemas.microsoft.com/office/drawing/2010/main" id="{E2712D39-D517-496F-90E7-8202143D936D}"/>
              </a:ext>
            </a:extLst>
          </p:cNvPr>
          <p:cNvSpPr>
            <a:spLocks noGrp="true"/>
          </p:cNvSpPr>
          <p:nvPr>
            <p:ph idx="4" sz="quarter" type="sldNum"/>
          </p:nvPr>
        </p:nvSpPr>
        <p:spPr>
          <a:xfrm rot="0">
            <a:off x="7767815" y="4695033"/>
            <a:ext cx="613018" cy="285750"/>
          </a:xfrm>
          <a:prstGeom prst="rect">
            <a:avLst/>
          </a:prstGeom>
        </p:spPr>
        <p:txBody>
          <a:bodyPr anchor="ctr" bIns="45720" lIns="91440" rIns="91440" rtlCol="0" tIns="45720"/>
          <a:lstStyle>
            <a:lvl1pPr algn="r" lvl="0">
              <a:defRPr b="0" dirty="0" i="0" lang="en-US" sz="600">
                <a:solidFill>
                  <a:schemeClr val="tx1">
                    <a:lumMod val="50000"/>
                    <a:lumOff val="50000"/>
                  </a:schemeClr>
                </a:solidFill>
                <a:latin typeface="+mn-lt"/>
              </a:defRPr>
            </a:lvl1pPr>
          </a:lstStyle>
          <a:p>
            <a:pPr/>
            <a:r>
              <a:rPr dirty="0" lang="en-US"/>
              <a:t>&lt;#&gt;</a:t>
            </a:r>
            <a:endParaRPr dirty="0" lang="en-US"/>
          </a:p>
        </p:txBody>
      </p:sp>
      <p:sp>
        <p:nvSpPr>
          <p:cNvPr hidden="false" id="5" name="Footer Placeholder 4">
            <a:extLst>
              <a:ext uri="{82C27B51-7082-4986-8061-8DE5B153CC45}">
                <a16:creationId xmlns:a16="http://schemas.microsoft.com/office/drawing/2010/main" id="{8F242BF7-6B3E-4B3F-8CB7-B4705658EBCF}"/>
              </a:ext>
            </a:extLst>
          </p:cNvPr>
          <p:cNvSpPr>
            <a:spLocks noGrp="true"/>
          </p:cNvSpPr>
          <p:nvPr>
            <p:ph idx="3" sz="quarter" type="ftr"/>
          </p:nvPr>
        </p:nvSpPr>
        <p:spPr>
          <a:xfrm rot="0">
            <a:off x="2495550" y="4686300"/>
            <a:ext cx="5181600" cy="285750"/>
          </a:xfrm>
          <a:prstGeom prst="rect">
            <a:avLst/>
          </a:prstGeom>
        </p:spPr>
        <p:txBody>
          <a:bodyPr anchor="ctr" bIns="45720" lIns="91440" rIns="91440" rtlCol="0" tIns="45720"/>
          <a:lstStyle>
            <a:lvl1pPr algn="ctr" lvl="0">
              <a:defRPr b="0" dirty="0" i="0" lang="en-US" sz="600">
                <a:solidFill>
                  <a:schemeClr val="tx1">
                    <a:lumMod val="50000"/>
                    <a:lumOff val="50000"/>
                  </a:schemeClr>
                </a:solidFill>
                <a:latin typeface="+mn-lt"/>
              </a:defRPr>
            </a:lvl1pPr>
          </a:lstStyle>
          <a:p>
            <a:pPr/>
            <a:r>
              <a:rPr dirty="0" lang="en-US"/>
              <a:t>Footer</a:t>
            </a:r>
            <a:endParaRPr dirty="0" lang="en-US"/>
          </a:p>
        </p:txBody>
      </p:sp>
      <p:sp>
        <p:nvSpPr>
          <p:cNvPr hidden="false" id="6" name="Date Placeholder 3">
            <a:extLst>
              <a:ext uri="{CD9952D7-145F-4C62-A230-7B48D42A9296}">
                <a16:creationId xmlns:a16="http://schemas.microsoft.com/office/drawing/2010/main" id="{4AAE8A1C-9D31-45AA-B7E1-19E23E2DA10D}"/>
              </a:ext>
            </a:extLst>
          </p:cNvPr>
          <p:cNvSpPr>
            <a:spLocks noGrp="true"/>
          </p:cNvSpPr>
          <p:nvPr>
            <p:ph idx="2" sz="half" type="dt"/>
          </p:nvPr>
        </p:nvSpPr>
        <p:spPr>
          <a:xfrm rot="0">
            <a:off x="762000" y="4695033"/>
            <a:ext cx="1639570" cy="285750"/>
          </a:xfrm>
          <a:prstGeom prst="rect">
            <a:avLst/>
          </a:prstGeom>
        </p:spPr>
        <p:txBody>
          <a:bodyPr anchor="ctr" bIns="45720" lIns="91440" rIns="91440" rtlCol="0" tIns="45720"/>
          <a:lstStyle>
            <a:lvl1pPr algn="l" lvl="0">
              <a:defRPr b="0" dirty="0" i="0" lang="en-US" sz="600">
                <a:solidFill>
                  <a:schemeClr val="tx1">
                    <a:lumMod val="50000"/>
                    <a:lumOff val="50000"/>
                  </a:schemeClr>
                </a:solidFill>
                <a:latin typeface="+mn-lt"/>
              </a:defRPr>
            </a:lvl1pPr>
          </a:lstStyle>
          <a:p>
            <a:pPr/>
            <a:r>
              <a:rPr dirty="0" lang="en-US"/>
              <a:t>Date</a:t>
            </a:r>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sldNum="0"/>
  <p:txStyles>
    <p:titleStyle>
      <a:lvl1pPr algn="l" lvl="0" rtl="false">
        <a:lnSpc>
          <a:spcPct val="100000"/>
        </a:lnSpc>
        <a:spcBef>
          <a:spcPct val="0"/>
        </a:spcBef>
        <a:buNone/>
        <a:defRPr b="1" dirty="0" i="0" lang="en-US" sz="3200">
          <a:solidFill>
            <a:schemeClr val="tx1"/>
          </a:solidFill>
          <a:latin typeface="+mj-lt"/>
        </a:defRPr>
      </a:lvl1pPr>
    </p:titleStyle>
    <p:bodyStyle>
      <a:lvl1pPr algn="l" indent="-342900" lvl="0" marL="342900" rtl="false">
        <a:spcBef>
          <a:spcPts val="1200"/>
        </a:spcBef>
        <a:buChar char="•"/>
        <a:buClr>
          <a:schemeClr val="accent1"/>
        </a:buClr>
        <a:buFont typeface="Arial"/>
        <a:defRPr b="0" dirty="0" i="0" lang="en-US" sz="1600">
          <a:solidFill>
            <a:schemeClr val="tx1"/>
          </a:solidFill>
          <a:latin typeface="+mn-lt"/>
        </a:defRPr>
      </a:lvl1pPr>
      <a:lvl2pPr algn="l" indent="-285750" lvl="1" marL="742950" rtl="false">
        <a:spcBef>
          <a:spcPts val="300"/>
        </a:spcBef>
        <a:buChar char="-"/>
        <a:buClr>
          <a:schemeClr val="tx1">
            <a:lumMod val="85000"/>
            <a:lumOff val="15000"/>
          </a:schemeClr>
        </a:buClr>
        <a:buFont typeface="Arial"/>
        <a:defRPr b="0" dirty="0" i="0" lang="en-US" sz="1400">
          <a:solidFill>
            <a:schemeClr val="tx1">
              <a:lumMod val="85000"/>
              <a:lumOff val="15000"/>
            </a:schemeClr>
          </a:solidFill>
          <a:latin typeface="+mn-lt"/>
        </a:defRPr>
      </a:lvl2pPr>
      <a:lvl3pPr algn="l" indent="-228600" lvl="2" marL="1143000" rtl="false">
        <a:spcBef>
          <a:spcPts val="300"/>
        </a:spcBef>
        <a:buChar char="-"/>
        <a:buClr>
          <a:schemeClr val="tx1">
            <a:lumMod val="75000"/>
            <a:lumOff val="25000"/>
          </a:schemeClr>
        </a:buClr>
        <a:buFont typeface="Arial"/>
        <a:defRPr b="0" dirty="0" i="0" lang="en-US" sz="1200">
          <a:solidFill>
            <a:schemeClr val="tx1">
              <a:lumMod val="75000"/>
              <a:lumOff val="25000"/>
            </a:schemeClr>
          </a:solidFill>
          <a:latin typeface="+mn-lt"/>
        </a:defRPr>
      </a:lvl3pPr>
      <a:lvl4pPr algn="l" indent="-228600" lvl="3" marL="1600200" rtl="false">
        <a:spcBef>
          <a:spcPts val="300"/>
        </a:spcBef>
        <a:buChar char="-"/>
        <a:buClr>
          <a:schemeClr val="tx1">
            <a:lumMod val="65000"/>
            <a:lumOff val="35000"/>
          </a:schemeClr>
        </a:buClr>
        <a:buFont typeface="Arial"/>
        <a:defRPr b="0" dirty="0" i="0" lang="en-US" sz="1000">
          <a:solidFill>
            <a:schemeClr val="tx1">
              <a:lumMod val="65000"/>
              <a:lumOff val="35000"/>
            </a:schemeClr>
          </a:solidFill>
          <a:latin typeface="+mn-lt"/>
        </a:defRPr>
      </a:lvl4pPr>
      <a:lvl5pPr algn="l" indent="-228600" lvl="4" marL="2057400" rtl="false">
        <a:spcBef>
          <a:spcPts val="300"/>
        </a:spcBef>
        <a:buChar char="-"/>
        <a:buClr>
          <a:schemeClr val="tx1">
            <a:lumMod val="50000"/>
            <a:lumOff val="50000"/>
          </a:schemeClr>
        </a:buClr>
        <a:buFont typeface="Arial"/>
        <a:defRPr b="0" dirty="0" i="0" lang="en-US" sz="900">
          <a:solidFill>
            <a:schemeClr val="tx1">
              <a:lumMod val="50000"/>
              <a:lumOff val="50000"/>
            </a:schemeClr>
          </a:solidFill>
          <a:latin typeface="+mn-lt"/>
        </a:defRPr>
      </a:lvl5pPr>
      <a:lvl6pPr algn="l" indent="-228600" lvl="5" marL="25146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6pPr>
      <a:lvl7pPr algn="l" indent="-228600" lvl="6" marL="29718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7pPr>
      <a:lvl8pPr algn="l" indent="-228600" lvl="7" marL="34290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8pPr>
      <a:lvl9pPr algn="l" indent="-228600" lvl="8" marL="38862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9pPr>
    </p:bodyStyle>
    <p:otherStyle>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otherStyle>
  </p:txStyles>
</p:sldMaster>
</file>

<file path=ppt/slides/_rels/slide1.xml.rels><?xml version="1.0" encoding="UTF-8" standalone="no"?><Relationships xmlns="http://schemas.openxmlformats.org/package/2006/relationships"><Relationship Id="rId2" Target="../media/image17.png" Type="http://schemas.openxmlformats.org/officeDocument/2006/relationships/image"/><Relationship Id="rId1" Target="../slideLayouts/slideLayout2.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12.xml" Type="http://schemas.openxmlformats.org/officeDocument/2006/relationships/slideLayout"/></Relationships>
</file>

<file path=ppt/slides/_rels/slide4.xml.rels><?xml version="1.0" encoding="UTF-8" standalone="no"?><Relationships xmlns="http://schemas.openxmlformats.org/package/2006/relationships"><Relationship Id="rId2" Target="https://zfrmz.com/8s3ILXpvjDlRZzLUGHJa" TargetMode="External" Type="http://schemas.openxmlformats.org/officeDocument/2006/relationships/hyperlink"/><Relationship Id="rId3" Target="https://zfrmz.com/8s3ILXpvjDlRZzLUGHJa" TargetMode="External" Type="http://schemas.openxmlformats.org/officeDocument/2006/relationships/hyperlink"/><Relationship Id="rId4" Target="../media/image18.png" Type="http://schemas.openxmlformats.org/officeDocument/2006/relationships/image"/><Relationship Id="rId1" Target="../slideLayouts/slideLayout1.xml" Type="http://schemas.openxmlformats.org/officeDocument/2006/relationships/slideLayout"/></Relationships>
</file>

<file path=ppt/slides/_rels/slide5.xml.rels><?xml version="1.0" encoding="UTF-8" standalone="no"?><Relationships xmlns="http://schemas.openxmlformats.org/package/2006/relationships"><Relationship Id="rId2" Target="../media/image16.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no"?><Relationships xmlns="http://schemas.openxmlformats.org/package/2006/relationships"><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1" Target="../slideLayouts/slideLayout2.xml" Type="http://schemas.openxmlformats.org/officeDocument/2006/relationships/slideLayout"/></Relationships>
</file>

<file path=ppt/slides/_rels/slide7.xml.rels><?xml version="1.0" encoding="UTF-8" standalone="no"?><Relationships xmlns="http://schemas.openxmlformats.org/package/2006/relationships"><Relationship Id="rId2" Target="../media/image15.png" Type="http://schemas.openxmlformats.org/officeDocument/2006/relationships/image"/><Relationship Id="rId1" Target="../slideLayouts/slideLayout1.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no"?><Relationships xmlns="http://schemas.openxmlformats.org/package/2006/relationships"><Relationship Id="rId2" Target="../media/image19.png" Type="http://schemas.openxmlformats.org/officeDocument/2006/relationships/image"/><Relationship Id="rId3" Target="../media/image10.png" Type="http://schemas.openxmlformats.org/officeDocument/2006/relationships/image"/><Relationship Id="rId1" Target="../slideLayouts/slideLayout2.xml" Type="http://schemas.openxmlformats.org/officeDocument/2006/relationships/slideLayout"/></Relationships>
</file>

<file path=ppt/slides/_rels/slide10.xml.rels><?xml version="1.0" encoding="UTF-8" standalone="no"?><Relationships xmlns="http://schemas.openxmlformats.org/package/2006/relationships"><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1" Target="../slideLayouts/slideLayout2.xml" Type="http://schemas.openxmlformats.org/officeDocument/2006/relationships/slideLayout"/></Relationships>
</file>

<file path=ppt/slides/_rels/slide11.xml.rels><?xml version="1.0" encoding="UTF-8" standalone="no"?><Relationships xmlns="http://schemas.openxmlformats.org/package/2006/relationships"><Relationship Id="rId2" Target="../media/image4.jp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1" Target="../slideLayouts/slideLayout2.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no"?><Relationships xmlns="http://schemas.openxmlformats.org/package/2006/relationships"><Relationship Id="rId2" Target="../media/image2.png" Type="http://schemas.openxmlformats.org/officeDocument/2006/relationships/image"/><Relationship Id="rId3" Target="../media/image3.png" Type="http://schemas.openxmlformats.org/officeDocument/2006/relationships/image"/><Relationship Id="rId1" Target="../slideLayouts/slideLayout2.xml" Type="http://schemas.openxmlformats.org/officeDocument/2006/relationships/slideLayout"/></Relationships>
</file>

<file path=ppt/slides/_rels/slide14.xml.rels><?xml version="1.0" encoding="UTF-8" standalone="no"?><Relationships xmlns="http://schemas.openxmlformats.org/package/2006/relationships"><Relationship Id="rId2" Target="../media/image23.png" Type="http://schemas.openxmlformats.org/officeDocument/2006/relationships/image"/><Relationship Id="rId3" Target="../media/image24.png" Type="http://schemas.openxmlformats.org/officeDocument/2006/relationships/image"/><Relationship Id="rId4" Target="../media/image22.webp" Type="http://schemas.openxmlformats.org/officeDocument/2006/relationships/image"/><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1">
            <a:extLst>
              <a:ext uri="{4E546319-1CDC-4C66-AD6F-5C8670D9BE47}">
                <a16:creationId xmlns:a16="http://schemas.microsoft.com/office/drawing/2010/main" id="{4BD0D953-D9B8-45C8-B8F3-0556BD89AF17}"/>
              </a:ext>
            </a:extLst>
          </p:cNvPr>
          <p:cNvPicPr>
            <a:picLocks noChangeAspect="true"/>
          </p:cNvPicPr>
          <p:nvPr/>
        </p:nvPicPr>
        <p:blipFill>
          <a:blip r:embed="rId2"/>
          <a:stretch>
            <a:fillRect/>
          </a:stretch>
        </p:blipFill>
        <p:spPr>
          <a:xfrm flipH="false" flipV="false" rot="0">
            <a:off x="2600325" y="2325081"/>
            <a:ext cx="3943350" cy="1123950"/>
          </a:xfrm>
          <a:prstGeom prst="rect">
            <a:avLst/>
          </a:prstGeom>
          <a:noFill/>
        </p:spPr>
      </p:pic>
      <p:sp>
        <p:nvSpPr>
          <p:cNvPr id="3" name="Text Box 2">
            <a:extLst>
              <a:ext uri="{0003E93E-5E99-4F92-942A-EB1A1B9FDCF0}">
                <a16:creationId xmlns:a16="http://schemas.microsoft.com/office/drawing/2010/main" id="{BA117E36-CD58-45C2-84CC-BCC819470664}"/>
              </a:ext>
            </a:extLst>
          </p:cNvPr>
          <p:cNvSpPr txBox="1"/>
          <p:nvPr/>
        </p:nvSpPr>
        <p:spPr>
          <a:xfrm flipH="false" flipV="false" rot="0">
            <a:off x="2208876" y="1571387"/>
            <a:ext cx="4681204" cy="460914"/>
          </a:xfrm>
          <a:prstGeom prst="rect">
            <a:avLst/>
          </a:prstGeom>
        </p:spPr>
        <p:txBody>
          <a:bodyPr anchor="t" bIns="47625" lIns="95250" rIns="95250" rtlCol="0" tIns="47625">
            <a:spAutoFit/>
          </a:bodyPr>
          <a:lstStyle/>
          <a:p>
            <a:pPr algn="ctr">
              <a:defRPr dirty="0" lang="en-US" sz="1400"/>
            </a:pPr>
            <a:r>
              <a:rPr dirty="0" lang="en-US" sz="2400"/>
              <a:t>Patient Notify App Flow</a:t>
            </a:r>
            <a:endParaRPr dirty="0" lang="en-US" sz="2400"/>
          </a:p>
        </p:txBody>
      </p:sp>
      <p:sp>
        <p:nvSpPr>
          <p:cNvPr id="4" name="Text Box 3">
            <a:extLst>
              <a:ext uri="{C18CC9C3-7988-49F9-BEE2-6D3E1F502744}">
                <a16:creationId xmlns:a16="http://schemas.microsoft.com/office/drawing/2010/main" id="{A2C030F3-17C0-421A-8597-E617A739510D}"/>
              </a:ext>
            </a:extLst>
          </p:cNvPr>
          <p:cNvSpPr txBox="1"/>
          <p:nvPr/>
        </p:nvSpPr>
        <p:spPr>
          <a:xfrm flipH="false" flipV="false" rot="0">
            <a:off x="2399376" y="2324100"/>
            <a:ext cx="4681204" cy="278082"/>
          </a:xfrm>
          <a:prstGeom prst="rect">
            <a:avLst/>
          </a:prstGeom>
        </p:spPr>
        <p:txBody>
          <a:bodyPr anchor="t" bIns="47625" lIns="95250" rIns="95250" rtlCol="0" tIns="47625">
            <a:spAutoFit/>
          </a:bodyPr>
          <a:lstStyle/>
          <a:p>
            <a:pPr algn="ctr">
              <a:defRPr dirty="0" lang="en-US" sz="1400"/>
            </a:pPr>
            <a:r>
              <a:rPr dirty="0" lang="en-US" sz="1200"/>
              <a:t>Provided For</a:t>
            </a:r>
            <a:endParaRPr dirty="0" lang="en-US" sz="1200"/>
          </a:p>
        </p:txBody>
      </p:sp>
    </p:spTree>
    <p:extLst>
      <p:ext uri="{4FBD6920-6CE7-44B9-87CF-C1BBE93FE8BC}">
        <p14:creationId xmlns:p14="http://schemas.microsoft.com/office/powerpoint/2010/main" val="1785244659678"/>
      </p:ext>
    </p:extLst>
  </p:cSld>
  <p:clrMapOvr>
    <a:masterClrMapping/>
  </p:clrMapOvr>
</p:sld>
</file>

<file path=ppt/slides/slide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slide3">
    <p:bg>
      <p:bgPr>
        <a:solidFill>
          <a:schemeClr val="phClr"/>
        </a:solidFill>
        <a:effectLst/>
      </p:bgPr>
    </p:bg>
    <p:spTree>
      <p:nvGrpSpPr>
        <p:cNvPr id="1" name=""/>
        <p:cNvGrpSpPr/>
        <p:nvPr/>
      </p:nvGrpSpPr>
      <p:grpSpPr>
        <a:xfrm>
          <a:off x="0" y="0"/>
          <a:ext cx="0" cy="0"/>
          <a:chOff x="0" y="0"/>
          <a:chExt cx="0" cy="0"/>
        </a:xfrm>
      </p:grpSpPr>
      <p:sp>
        <p:nvSpPr>
          <p:cNvPr id="2" name="">
            <a:extLst>
              <a:ext uri="{9991E20A-2329-4F7B-BE5A-FA64B8F822C6}">
                <a16:creationId xmlns:a16="http://schemas.microsoft.com/office/drawing/2010/main" id="{2128E769-FEAE-429E-BE7A-E2D427B179EF}"/>
              </a:ext>
            </a:extLst>
          </p:cNvPr>
          <p:cNvSpPr/>
          <p:nvPr/>
        </p:nvSpPr>
        <p:spPr>
          <a:xfrm flipH="false" flipV="false" rot="0">
            <a:off x="-7591" y="1512884"/>
            <a:ext cx="9144000" cy="1951833"/>
          </a:xfrm>
          <a:prstGeom prst="rect">
            <a:avLst/>
          </a:prstGeom>
          <a:solidFill>
            <a:schemeClr val="accent4">
              <a:lumMod val="75000"/>
            </a:schemeClr>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tlCol="0" vert="horz">
            <a:noAutofit/>
          </a:bodyPr>
          <a:lstStyle/>
          <a:p>
            <a:pPr algn="ctr"/>
            <a:r>
              <a:rPr dirty="0" lang="en-US"/>
              <a:t/>
            </a:r>
            <a:endParaRPr dirty="0" lang="en-US"/>
          </a:p>
        </p:txBody>
      </p:sp>
      <p:sp>
        <p:nvSpPr>
          <p:cNvPr id="3" name="">
            <a:extLst>
              <a:ext uri="{CC0E4462-7E67-4558-A2B6-3C064F28FA93}">
                <a16:creationId xmlns:a16="http://schemas.microsoft.com/office/drawing/2010/main" id="{C275DAD7-BA19-4E7E-995B-2A85ECBF1B74}"/>
              </a:ext>
            </a:extLst>
          </p:cNvPr>
          <p:cNvSpPr/>
          <p:nvPr/>
        </p:nvSpPr>
        <p:spPr>
          <a:xfrm flipH="false" flipV="false" rot="0">
            <a:off x="0" y="1650901"/>
            <a:ext cx="9144000" cy="1661931"/>
          </a:xfrm>
          <a:prstGeom prst="rect">
            <a:avLst/>
          </a:prstGeom>
          <a:solidFill>
            <a:schemeClr val="bg1"/>
          </a:solidFill>
          <a:ln cap="flat" w="14288">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tlCol="0" vert="horz">
            <a:noAutofit/>
          </a:bodyPr>
          <a:lstStyle/>
          <a:p>
            <a:pPr algn="ctr"/>
            <a:r>
              <a:rPr dirty="0" lang="en-US"/>
              <a:t/>
            </a:r>
            <a:endParaRPr dirty="0" lang="en-US"/>
          </a:p>
        </p:txBody>
      </p:sp>
      <p:sp>
        <p:nvSpPr>
          <p:cNvPr id="4" name="Text Box 3">
            <a:extLst>
              <a:ext uri="{13090741-4BEE-45A9-A898-9404684BE981}">
                <a16:creationId xmlns:a16="http://schemas.microsoft.com/office/drawing/2010/main" id="{27AE203B-BF79-4388-87D1-5BB98AF1B916}"/>
              </a:ext>
            </a:extLst>
          </p:cNvPr>
          <p:cNvSpPr txBox="1"/>
          <p:nvPr/>
        </p:nvSpPr>
        <p:spPr>
          <a:xfrm flipH="false" flipV="false" rot="0">
            <a:off x="1338653" y="2227059"/>
            <a:ext cx="6539112" cy="735168"/>
          </a:xfrm>
          <a:prstGeom prst="rect">
            <a:avLst/>
          </a:prstGeom>
        </p:spPr>
        <p:txBody>
          <a:bodyPr anchor="t" bIns="47625" lIns="95250" rIns="95250" rtlCol="0" tIns="47625" vert="horz">
            <a:spAutoFit/>
          </a:bodyPr>
          <a:lstStyle/>
          <a:p>
            <a:pPr algn="ctr">
              <a:defRPr dirty="0" lang="en-US" sz="1400"/>
            </a:pPr>
            <a:r>
              <a:rPr b="1" dirty="0" err="1" lang="en-US" sz="2400">
                <a:latin typeface="montserrat"/>
              </a:rPr>
              <a:t>Location Activation</a:t>
            </a:r>
          </a:p>
          <a:p>
            <a:pPr algn="ctr">
              <a:defRPr dirty="0" lang="en-US" sz="1400"/>
            </a:pPr>
            <a:r>
              <a:rPr b="1" dirty="0" lang="en-US" sz="1800">
                <a:solidFill>
                  <a:schemeClr val="accent4"/>
                </a:solidFill>
                <a:latin typeface="montserrat"/>
              </a:rPr>
              <a:t/>
            </a:r>
            <a:endParaRPr b="1" dirty="0" lang="en-US" sz="1800">
              <a:solidFill>
                <a:schemeClr val="accent4"/>
              </a:solidFill>
              <a:latin typeface="montserrat"/>
            </a:endParaRPr>
          </a:p>
        </p:txBody>
      </p:sp>
    </p:spTree>
    <p:extLst>
      <p:ext uri="{D5836315-4261-4E36-BB4A-1DB7748435C4}">
        <p14:creationId xmlns:p14="http://schemas.microsoft.com/office/powerpoint/2010/main" val="1785244659679"/>
      </p:ext>
    </p:extLst>
  </p:cSld>
  <p:clrMapOvr>
    <a:masterClrMapping/>
  </p:clrMapOvr>
</p:sld>
</file>

<file path=ppt/slides/slide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1">
            <a:extLst>
              <a:ext uri="{DC44C9B5-BED1-48D5-BA7F-F9BC87CB6237}">
                <a16:creationId xmlns:a16="http://schemas.microsoft.com/office/drawing/2010/main" id="{D154D8B8-B2CB-4367-9165-417755BD6CE5}"/>
              </a:ext>
            </a:extLst>
          </p:cNvPr>
          <p:cNvSpPr>
            <a:spLocks noGrp="true"/>
          </p:cNvSpPr>
          <p:nvPr>
            <p:ph type="title"/>
          </p:nvPr>
        </p:nvSpPr>
        <p:spPr>
          <a:xfrm rot="0">
            <a:off x="571500" y="2762250"/>
            <a:ext cx="1619250" cy="571500"/>
          </a:xfrm>
          <a:noFill/>
          <a:ln>
            <a:noFill/>
          </a:ln>
        </p:spPr>
        <p:txBody>
          <a:bodyPr rtlCol="0"/>
          <a:lstStyle/>
          <a:p>
            <a:pPr/>
            <a:r>
              <a:rPr dirty="0" lang="en-US"/>
              <a:t>New Order Flow</a:t>
            </a:r>
            <a:endParaRPr dirty="0" lang="en-US"/>
          </a:p>
        </p:txBody>
      </p:sp>
      <p:sp>
        <p:nvSpPr>
          <p:cNvPr id="3" name="">
            <a:extLst>
              <a:ext uri="{818ECA2A-96F0-4A36-90D1-9BC749C673CF}">
                <a16:creationId xmlns:a16="http://schemas.microsoft.com/office/drawing/2010/main" id="{53942555-036E-4910-A6A0-051B0CD88DBF}"/>
              </a:ext>
            </a:extLst>
          </p:cNvPr>
          <p:cNvSpPr/>
          <p:nvPr>
            <p:ph idx="13"/>
          </p:nvPr>
        </p:nvSpPr>
        <p:spPr>
          <a:xfrm flipH="false" flipV="false" rot="0">
            <a:off x="571500" y="3429000"/>
            <a:ext cx="1905000" cy="762000"/>
          </a:xfrm>
          <a:noFill/>
          <a:ln>
            <a:noFill/>
          </a:ln>
        </p:spPr>
        <p:txBody>
          <a:bodyPr rtlCol="0"/>
          <a:lstStyle/>
          <a:p>
            <a:pPr/>
            <a:r>
              <a:rPr dirty="0" lang="en-US"/>
              <a:t>This timeline details the factors</a:t>
            </a:r>
            <a:br>
              <a:rPr dirty="0" lang="en-US"/>
            </a:br>
            <a:r>
              <a:rPr dirty="0" lang="en-US"/>
              <a:t> you should consider when planning the new order</a:t>
            </a:r>
            <a:endParaRPr dirty="0" lang="en-US"/>
          </a:p>
        </p:txBody>
      </p:sp>
      <p:sp>
        <p:nvSpPr>
          <p:cNvPr id="4" name="">
            <a:extLst>
              <a:ext uri="{E81E2709-4472-4BB8-B8DE-071FDE0662B4}">
                <a16:creationId xmlns:a16="http://schemas.microsoft.com/office/drawing/2010/main" id="{E0B7763C-136D-4A90-AEF9-5D97EA3C5077}"/>
              </a:ext>
            </a:extLst>
          </p:cNvPr>
          <p:cNvSpPr/>
          <p:nvPr>
            <p:ph type="title"/>
          </p:nvPr>
        </p:nvSpPr>
        <p:spPr>
          <a:xfrm flipH="false" flipV="false" rot="0">
            <a:off x="2524125" y="726576"/>
            <a:ext cx="1238250" cy="484251"/>
          </a:xfrm>
          <a:noFill/>
          <a:ln>
            <a:noFill/>
          </a:ln>
        </p:spPr>
        <p:txBody>
          <a:bodyPr rtlCol="0"/>
          <a:lstStyle/>
          <a:p>
            <a:pPr/>
            <a:r>
              <a:rPr dirty="0" lang="en-US"/>
              <a:t>New Order - 1st/3rd Monday of Month</a:t>
            </a:r>
            <a:endParaRPr dirty="0" lang="en-US"/>
          </a:p>
        </p:txBody>
      </p:sp>
      <p:sp>
        <p:nvSpPr>
          <p:cNvPr id="5" name="">
            <a:extLst>
              <a:ext uri="{F4C104C9-C366-4E7A-80E3-BED6529D002A}">
                <a16:creationId xmlns:a16="http://schemas.microsoft.com/office/drawing/2010/main" id="{24B5AC65-B182-4CBF-AE3E-3491B13694EE}"/>
              </a:ext>
            </a:extLst>
          </p:cNvPr>
          <p:cNvSpPr/>
          <p:nvPr>
            <p:ph type="title"/>
          </p:nvPr>
        </p:nvSpPr>
        <p:spPr>
          <a:xfrm flipH="false" flipV="false" rot="0">
            <a:off x="3375250" y="4109475"/>
            <a:ext cx="1472003" cy="190500"/>
          </a:xfrm>
          <a:noFill/>
          <a:ln>
            <a:noFill/>
          </a:ln>
        </p:spPr>
        <p:txBody>
          <a:bodyPr rtlCol="0"/>
          <a:lstStyle/>
          <a:p>
            <a:pPr/>
            <a:r>
              <a:rPr dirty="0" lang="en-US"/>
              <a:t>Invoice - 1st/3rd Wednesday of Month</a:t>
            </a:r>
            <a:endParaRPr dirty="0" lang="en-US"/>
          </a:p>
        </p:txBody>
      </p:sp>
      <p:sp>
        <p:nvSpPr>
          <p:cNvPr id="6" name="">
            <a:extLst>
              <a:ext uri="{8ABDEB3E-3840-47A0-A7FE-F8865F15F1E4}">
                <a16:creationId xmlns:a16="http://schemas.microsoft.com/office/drawing/2010/main" id="{0FA7D78A-4B14-4BBB-B3DC-E935AE071458}"/>
              </a:ext>
            </a:extLst>
          </p:cNvPr>
          <p:cNvSpPr/>
          <p:nvPr>
            <p:ph type="title"/>
          </p:nvPr>
        </p:nvSpPr>
        <p:spPr>
          <a:xfrm flipH="false" flipV="false" rot="0">
            <a:off x="5465826" y="4119000"/>
            <a:ext cx="1238250" cy="424062"/>
          </a:xfrm>
          <a:noFill/>
          <a:ln>
            <a:noFill/>
          </a:ln>
        </p:spPr>
        <p:txBody>
          <a:bodyPr rtlCol="0"/>
          <a:lstStyle/>
          <a:p>
            <a:pPr/>
            <a:r>
              <a:rPr dirty="0" lang="en-US"/>
              <a:t>Customer Welcome Email</a:t>
            </a:r>
          </a:p>
          <a:p>
            <a:pPr/>
            <a:r>
              <a:rPr dirty="0" lang="en-US"/>
              <a:t/>
            </a:r>
            <a:endParaRPr dirty="0" lang="en-US"/>
          </a:p>
        </p:txBody>
      </p:sp>
      <p:sp>
        <p:nvSpPr>
          <p:cNvPr id="7" name="">
            <a:extLst>
              <a:ext uri="{7D5AFAC8-B0F1-4457-9314-3BEB792CAC14}">
                <a16:creationId xmlns:a16="http://schemas.microsoft.com/office/drawing/2010/main" id="{5287ACE3-C411-41EB-8933-9CBA6017E1D0}"/>
              </a:ext>
            </a:extLst>
          </p:cNvPr>
          <p:cNvSpPr/>
          <p:nvPr>
            <p:ph type="title"/>
          </p:nvPr>
        </p:nvSpPr>
        <p:spPr>
          <a:xfrm flipH="false" flipV="false" rot="0">
            <a:off x="7445502" y="4112523"/>
            <a:ext cx="1238250" cy="190500"/>
          </a:xfrm>
          <a:noFill/>
          <a:ln>
            <a:noFill/>
          </a:ln>
        </p:spPr>
        <p:txBody>
          <a:bodyPr rtlCol="0"/>
          <a:lstStyle/>
          <a:p>
            <a:pPr/>
            <a:r>
              <a:rPr dirty="0" err="1" lang="en-US"/>
              <a:t>Follow Up</a:t>
            </a:r>
          </a:p>
          <a:p>
            <a:pPr/>
            <a:r>
              <a:rPr dirty="0" lang="en-US"/>
              <a:t>Last Day of Month</a:t>
            </a:r>
            <a:endParaRPr dirty="0" lang="en-US"/>
          </a:p>
        </p:txBody>
      </p:sp>
      <p:sp>
        <p:nvSpPr>
          <p:cNvPr id="8" name="">
            <a:extLst>
              <a:ext uri="{CBF48043-0EE9-43F8-8E13-BD170A44F290}">
                <a16:creationId xmlns:a16="http://schemas.microsoft.com/office/drawing/2010/main" id="{B81F4150-8216-4D8B-AB95-016BF1AE422D}"/>
              </a:ext>
            </a:extLst>
          </p:cNvPr>
          <p:cNvSpPr/>
          <p:nvPr>
            <p:ph type="title"/>
          </p:nvPr>
        </p:nvSpPr>
        <p:spPr>
          <a:xfrm flipH="false" flipV="false" rot="0">
            <a:off x="6448425" y="718575"/>
            <a:ext cx="1238250" cy="190500"/>
          </a:xfrm>
          <a:noFill/>
          <a:ln>
            <a:noFill/>
          </a:ln>
        </p:spPr>
        <p:txBody>
          <a:bodyPr rtlCol="0"/>
          <a:lstStyle/>
          <a:p>
            <a:pPr/>
            <a:r>
              <a:rPr dirty="0" lang="en-US"/>
              <a:t>Report</a:t>
            </a:r>
          </a:p>
          <a:p>
            <a:pPr/>
            <a:r>
              <a:rPr dirty="0" lang="en-US"/>
              <a:t>Last Day of Month</a:t>
            </a:r>
            <a:endParaRPr dirty="0" lang="en-US"/>
          </a:p>
        </p:txBody>
      </p:sp>
      <p:sp>
        <p:nvSpPr>
          <p:cNvPr id="9" name="">
            <a:extLst>
              <a:ext uri="{AB84A311-C48E-44A9-981B-906C4C63D848}">
                <a16:creationId xmlns:a16="http://schemas.microsoft.com/office/drawing/2010/main" id="{76824E07-A4B5-4BC1-8433-006A7080A9A9}"/>
              </a:ext>
            </a:extLst>
          </p:cNvPr>
          <p:cNvSpPr/>
          <p:nvPr>
            <p:ph idx="14"/>
          </p:nvPr>
        </p:nvSpPr>
        <p:spPr>
          <a:xfrm flipH="false" flipV="false" rot="0">
            <a:off x="2476500" y="1082963"/>
            <a:ext cx="1285875" cy="1129731"/>
          </a:xfrm>
          <a:noFill/>
          <a:ln>
            <a:noFill/>
          </a:ln>
        </p:spPr>
        <p:txBody>
          <a:bodyPr rtlCol="0"/>
          <a:lstStyle/>
          <a:p>
            <a:pPr/>
            <a:r>
              <a:rPr dirty="0" lang="en-US"/>
              <a:t>New orders will be submitted on new order form by the 1st (and optionally) 3rd Monday of the month. Any customer reorders will be included in shipments.</a:t>
            </a:r>
            <a:endParaRPr dirty="0" lang="en-US"/>
          </a:p>
        </p:txBody>
      </p:sp>
      <p:sp>
        <p:nvSpPr>
          <p:cNvPr id="10" name="">
            <a:extLst>
              <a:ext uri="{6AFFE7D8-B7D4-4996-9F85-C929D78A8101}">
                <a16:creationId xmlns:a16="http://schemas.microsoft.com/office/drawing/2010/main" id="{F62CD767-14AD-4A5E-AD85-5DFB1484F134}"/>
              </a:ext>
            </a:extLst>
          </p:cNvPr>
          <p:cNvSpPr/>
          <p:nvPr>
            <p:ph idx="15"/>
          </p:nvPr>
        </p:nvSpPr>
        <p:spPr>
          <a:xfrm flipH="false" flipV="false" rot="0">
            <a:off x="4573524" y="1242831"/>
            <a:ext cx="1047750" cy="762000"/>
          </a:xfrm>
          <a:noFill/>
          <a:ln>
            <a:noFill/>
          </a:ln>
        </p:spPr>
        <p:txBody>
          <a:bodyPr rtlCol="0"/>
          <a:lstStyle/>
          <a:p>
            <a:pPr/>
            <a:r>
              <a:rPr dirty="0" lang="en-US"/>
              <a:t>Orders will be printed and shipped within 5 business days of paid invoice. Delivery based on chosen delivery speed.</a:t>
            </a:r>
            <a:endParaRPr dirty="0" lang="en-US"/>
          </a:p>
        </p:txBody>
      </p:sp>
      <p:sp>
        <p:nvSpPr>
          <p:cNvPr id="11" name="">
            <a:extLst>
              <a:ext uri="{C418CB89-7A6D-4BC2-AEDB-F8533889CC8B}">
                <a16:creationId xmlns:a16="http://schemas.microsoft.com/office/drawing/2010/main" id="{F78D3DE2-ED22-4508-BC8D-474D253D91C1}"/>
              </a:ext>
            </a:extLst>
          </p:cNvPr>
          <p:cNvSpPr/>
          <p:nvPr>
            <p:ph idx="16"/>
          </p:nvPr>
        </p:nvSpPr>
        <p:spPr>
          <a:xfrm flipH="false" flipV="false" rot="0">
            <a:off x="6375254" y="1154830"/>
            <a:ext cx="1343425" cy="1001868"/>
          </a:xfrm>
          <a:noFill/>
          <a:ln>
            <a:noFill/>
          </a:ln>
        </p:spPr>
        <p:txBody>
          <a:bodyPr rtlCol="0"/>
          <a:lstStyle/>
          <a:p>
            <a:pPr/>
            <a:r>
              <a:rPr dirty="0" lang="en-US"/>
              <a:t>Update will be shared with </a:t>
            </a:r>
            <a:r>
              <a:rPr dirty="0" lang="en-US"/>
              <a:t>LendingClub</a:t>
            </a:r>
            <a:r>
              <a:rPr dirty="0" lang="en-US"/>
              <a:t> team at end of month with report that includes deliveries with adoption. This will  also be part of new 2026 reporting dashboard.</a:t>
            </a:r>
            <a:endParaRPr dirty="0" lang="en-US"/>
          </a:p>
        </p:txBody>
      </p:sp>
      <p:sp>
        <p:nvSpPr>
          <p:cNvPr id="12" name="">
            <a:extLst>
              <a:ext uri="{A97CFC47-9DBD-4E8B-9531-35A02FCE0731}">
                <a16:creationId xmlns:a16="http://schemas.microsoft.com/office/drawing/2010/main" id="{9090A501-94A8-4567-B9BB-9E817A682ADB}"/>
              </a:ext>
            </a:extLst>
          </p:cNvPr>
          <p:cNvSpPr/>
          <p:nvPr>
            <p:ph idx="17"/>
          </p:nvPr>
        </p:nvSpPr>
        <p:spPr>
          <a:xfrm flipH="false" flipV="false" rot="0">
            <a:off x="3590925" y="3117723"/>
            <a:ext cx="1047750" cy="762000"/>
          </a:xfrm>
          <a:noFill/>
          <a:ln>
            <a:noFill/>
          </a:ln>
        </p:spPr>
        <p:txBody>
          <a:bodyPr rtlCol="0"/>
          <a:lstStyle/>
          <a:p>
            <a:pPr/>
            <a:r>
              <a:rPr dirty="0" err="1" lang="en-US"/>
              <a:t>Within two business days of new/reorder request, invoice will be sent to </a:t>
            </a:r>
            <a:r>
              <a:rPr dirty="0" err="1" lang="en-US"/>
              <a:t>LendingClub.</a:t>
            </a:r>
            <a:endParaRPr dirty="0" err="1" lang="en-US"/>
          </a:p>
        </p:txBody>
      </p:sp>
      <p:sp>
        <p:nvSpPr>
          <p:cNvPr id="13" name="">
            <a:extLst>
              <a:ext uri="{458E88F7-D604-4F2C-898C-6B1F13C713CE}">
                <a16:creationId xmlns:a16="http://schemas.microsoft.com/office/drawing/2010/main" id="{FF45A04E-B2DD-4717-8DE8-2506267605CF}"/>
              </a:ext>
            </a:extLst>
          </p:cNvPr>
          <p:cNvSpPr/>
          <p:nvPr>
            <p:ph idx="18"/>
          </p:nvPr>
        </p:nvSpPr>
        <p:spPr>
          <a:xfrm flipH="false" flipV="false" rot="0">
            <a:off x="5553075" y="3133725"/>
            <a:ext cx="1047750" cy="762000"/>
          </a:xfrm>
          <a:noFill/>
          <a:ln>
            <a:noFill/>
          </a:ln>
        </p:spPr>
        <p:txBody>
          <a:bodyPr rtlCol="0"/>
          <a:lstStyle/>
          <a:p>
            <a:pPr/>
            <a:r>
              <a:rPr dirty="0" lang="en-US"/>
              <a:t>Customer welcome email will be delivered 1-3 days prior to arrival with tracking &amp; portal is also referenced in mailed letter. </a:t>
            </a:r>
            <a:endParaRPr dirty="0" lang="en-US"/>
          </a:p>
        </p:txBody>
      </p:sp>
      <p:sp>
        <p:nvSpPr>
          <p:cNvPr id="14" name="">
            <a:extLst>
              <a:ext uri="{8B6E1361-EEE0-450E-952E-27E37A1D07A3}">
                <a16:creationId xmlns:a16="http://schemas.microsoft.com/office/drawing/2010/main" id="{C8E3A0B0-D5D8-4C97-B6AA-8CB96B55C4BF}"/>
              </a:ext>
            </a:extLst>
          </p:cNvPr>
          <p:cNvSpPr/>
          <p:nvPr>
            <p:ph idx="19"/>
          </p:nvPr>
        </p:nvSpPr>
        <p:spPr>
          <a:xfrm flipH="false" flipV="false" rot="0">
            <a:off x="7515225" y="3133725"/>
            <a:ext cx="1047750" cy="762000"/>
          </a:xfrm>
          <a:noFill/>
          <a:ln>
            <a:noFill/>
          </a:ln>
        </p:spPr>
        <p:txBody>
          <a:bodyPr rtlCol="0"/>
          <a:lstStyle/>
          <a:p>
            <a:pPr/>
            <a:r>
              <a:rPr dirty="0" lang="en-US"/>
              <a:t>Follow up email(s) will be sent to users who have not signed in and LC should also reach out at this point.</a:t>
            </a:r>
            <a:endParaRPr dirty="0" lang="en-US"/>
          </a:p>
        </p:txBody>
      </p:sp>
      <p:sp>
        <p:nvSpPr>
          <p:cNvPr id="15" name="Text Box 15">
            <a:extLst>
              <a:ext uri="{19CA14AF-5493-4A63-81C9-489AEFE23D72}">
                <a16:creationId xmlns:a16="http://schemas.microsoft.com/office/drawing/2010/main" id="{84C92951-9E2B-4EAC-8688-8B31F75E50B4}"/>
              </a:ext>
            </a:extLst>
          </p:cNvPr>
          <p:cNvSpPr txBox="1"/>
          <p:nvPr/>
        </p:nvSpPr>
        <p:spPr>
          <a:xfrm flipH="false" flipV="false">
            <a:off x="-112750" y="2340562"/>
            <a:ext cx="1905000" cy="308552"/>
          </a:xfrm>
          <a:prstGeom prst="rect">
            <a:avLst/>
          </a:prstGeom>
        </p:spPr>
        <p:txBody>
          <a:bodyPr anchor="t" bIns="47625" lIns="95250" rIns="95250" rtlCol="0" tIns="47625">
            <a:spAutoFit/>
          </a:bodyPr>
          <a:lstStyle/>
          <a:p>
            <a:pPr>
              <a:defRPr dirty="0" lang="en-US" sz="1400"/>
            </a:pPr>
            <a:r>
              <a:rPr dirty="0" lang="en-US"/>
              <a:t/>
            </a:r>
            <a:endParaRPr dirty="0" lang="en-US"/>
          </a:p>
        </p:txBody>
      </p:sp>
      <p:sp>
        <p:nvSpPr>
          <p:cNvPr hidden="false" id="16" name="Rectangle 17">
            <a:extLst>
              <a:ext uri="{88938F3B-C8D5-4E3A-A001-79588DFEE2FA}">
                <a16:creationId xmlns:a16="http://schemas.microsoft.com/office/drawing/2010/main" id="{372EA264-636E-42E8-B5B9-AC5E3FD87A65}"/>
              </a:ext>
            </a:extLst>
          </p:cNvPr>
          <p:cNvSpPr txBox="1">
            <a:spLocks noGrp="true"/>
          </p:cNvSpPr>
          <p:nvPr/>
        </p:nvSpPr>
        <p:spPr>
          <a:xfrm flipH="false" flipV="false" rot="0">
            <a:off x="4486275" y="774573"/>
            <a:ext cx="1238250" cy="190500"/>
          </a:xfrm>
          <a:prstGeom prst="rect">
            <a:avLst/>
          </a:prstGeom>
          <a:noFill/>
          <a:ln cap="flat" w="9525">
            <a:noFill/>
            <a:prstDash val="solid"/>
            <a:round/>
          </a:ln>
          <a:effectLst/>
        </p:spPr>
        <p:txBody>
          <a:bodyPr anchor="t" bIns="0" lIns="0" numCol="1" rIns="0" rtlCol="0" spcCol="0" tIns="0">
            <a:noAutofit/>
          </a:bodyPr>
          <a:lstStyle>
            <a:lvl1pPr algn="ctr" lvl="0" marL="0" rtl="false">
              <a:lnSpc>
                <a:spcPct val="100000"/>
              </a:lnSpc>
              <a:spcBef>
                <a:spcPct val="0"/>
              </a:spcBef>
              <a:spcAft>
                <a:spcPts val="0"/>
              </a:spcAft>
              <a:buNone/>
              <a:defRPr b="1" cap="none" dirty="0" i="0" lang="en-US" sz="1000">
                <a:solidFill>
                  <a:srgbClr val="ffffff"/>
                </a:solidFill>
                <a:latin typeface="Zoho Puvi-demi_bold"/>
              </a:defRPr>
            </a:lvl1pPr>
            <a:lvl2pPr algn="l" lvl="1" marL="457200" rtl="false">
              <a:lnSpc>
                <a:spcPct val="100000"/>
              </a:lnSpc>
              <a:spcBef>
                <a:spcPts val="0"/>
              </a:spcBef>
              <a:spcAft>
                <a:spcPts val="0"/>
              </a:spcAft>
              <a:defRPr dirty="0" lang="en-US" sz="1800">
                <a:solidFill>
                  <a:schemeClr val="tx1"/>
                </a:solidFill>
                <a:latin typeface="Open Sans"/>
              </a:defRPr>
            </a:lvl2pPr>
            <a:lvl3pPr algn="l" lvl="2" marL="914400" rtl="false">
              <a:lnSpc>
                <a:spcPct val="100000"/>
              </a:lnSpc>
              <a:spcBef>
                <a:spcPts val="0"/>
              </a:spcBef>
              <a:spcAft>
                <a:spcPts val="0"/>
              </a:spcAft>
              <a:defRPr dirty="0" lang="en-US" sz="1800">
                <a:solidFill>
                  <a:schemeClr val="tx1"/>
                </a:solidFill>
                <a:latin typeface="Open Sans"/>
              </a:defRPr>
            </a:lvl3pPr>
            <a:lvl4pPr algn="l" lvl="3" marL="1371600" rtl="false">
              <a:lnSpc>
                <a:spcPct val="100000"/>
              </a:lnSpc>
              <a:spcBef>
                <a:spcPts val="0"/>
              </a:spcBef>
              <a:spcAft>
                <a:spcPts val="0"/>
              </a:spcAft>
              <a:defRPr dirty="0" lang="en-US" sz="1800">
                <a:solidFill>
                  <a:schemeClr val="tx1"/>
                </a:solidFill>
                <a:latin typeface="Open Sans"/>
              </a:defRPr>
            </a:lvl4pPr>
            <a:lvl5pPr algn="l" lvl="4" marL="1828800" rtl="false">
              <a:lnSpc>
                <a:spcPct val="100000"/>
              </a:lnSpc>
              <a:spcBef>
                <a:spcPts val="0"/>
              </a:spcBef>
              <a:spcAft>
                <a:spcPts val="0"/>
              </a:spcAft>
              <a:defRPr dirty="0" lang="en-US" sz="1800">
                <a:solidFill>
                  <a:schemeClr val="tx1"/>
                </a:solidFill>
                <a:latin typeface="Open Sans"/>
              </a:defRPr>
            </a:lvl5pPr>
            <a:lvl6pPr algn="l" lvl="5" marL="2286000" rtl="false">
              <a:lnSpc>
                <a:spcPct val="100000"/>
              </a:lnSpc>
              <a:spcBef>
                <a:spcPts val="0"/>
              </a:spcBef>
              <a:spcAft>
                <a:spcPts val="0"/>
              </a:spcAft>
              <a:defRPr dirty="0" lang="en-US" sz="1800">
                <a:solidFill>
                  <a:schemeClr val="tx1"/>
                </a:solidFill>
                <a:latin typeface="Open Sans"/>
              </a:defRPr>
            </a:lvl6pPr>
            <a:lvl7pPr algn="l" lvl="6" marL="2743200" rtl="false">
              <a:lnSpc>
                <a:spcPct val="100000"/>
              </a:lnSpc>
              <a:spcBef>
                <a:spcPts val="0"/>
              </a:spcBef>
              <a:spcAft>
                <a:spcPts val="0"/>
              </a:spcAft>
              <a:defRPr dirty="0" lang="en-US" sz="1800">
                <a:solidFill>
                  <a:schemeClr val="tx1"/>
                </a:solidFill>
                <a:latin typeface="Open Sans"/>
              </a:defRPr>
            </a:lvl7pPr>
            <a:lvl8pPr algn="l" lvl="7" marL="3200400" rtl="false">
              <a:lnSpc>
                <a:spcPct val="100000"/>
              </a:lnSpc>
              <a:spcBef>
                <a:spcPts val="0"/>
              </a:spcBef>
              <a:spcAft>
                <a:spcPts val="0"/>
              </a:spcAft>
              <a:defRPr dirty="0" lang="en-US" sz="1800">
                <a:solidFill>
                  <a:schemeClr val="tx1"/>
                </a:solidFill>
                <a:latin typeface="Open Sans"/>
              </a:defRPr>
            </a:lvl8pPr>
            <a:lvl9pPr algn="l" lvl="8" marL="3657600" rtl="false">
              <a:lnSpc>
                <a:spcPct val="100000"/>
              </a:lnSpc>
              <a:spcBef>
                <a:spcPts val="0"/>
              </a:spcBef>
              <a:spcAft>
                <a:spcPts val="0"/>
              </a:spcAft>
              <a:defRPr dirty="0" lang="en-US" sz="1800">
                <a:solidFill>
                  <a:schemeClr val="tx1"/>
                </a:solidFill>
                <a:latin typeface="Open Sans"/>
              </a:defRPr>
            </a:lvl9pPr>
          </a:lstStyle>
          <a:p>
            <a:pPr algn="ctr" lvl="0" marL="0" rtl="false">
              <a:lnSpc>
                <a:spcPct val="100000"/>
              </a:lnSpc>
              <a:spcBef>
                <a:spcPct val="0"/>
              </a:spcBef>
              <a:spcAft>
                <a:spcPts val="0"/>
              </a:spcAft>
              <a:buNone/>
            </a:pPr>
            <a:r>
              <a:rPr b="1" cap="none" dirty="0" i="0" lang="en-US" sz="1000">
                <a:solidFill>
                  <a:srgbClr val="ffffff"/>
                </a:solidFill>
                <a:latin typeface="Zoho Puvi-demi_bold"/>
              </a:rPr>
              <a:t>Printing &amp; Shipment</a:t>
            </a:r>
            <a:endParaRPr b="1" cap="none" dirty="0" i="0" lang="en-US" sz="1000">
              <a:solidFill>
                <a:srgbClr val="ffffff"/>
              </a:solidFill>
              <a:latin typeface="Zoho Puvi-demi_bold"/>
            </a:endParaRPr>
          </a:p>
        </p:txBody>
      </p:sp>
    </p:spTree>
    <p:extLst>
      <p:ext uri="{2364ACE0-E79A-4DAC-A9CB-F4A8CE419DA5}">
        <p14:creationId xmlns:p14="http://schemas.microsoft.com/office/powerpoint/2010/main" val="1785244659679"/>
      </p:ext>
    </p:extLst>
  </p:cSld>
  <p:clrMapOvr>
    <a:masterClrMapping/>
  </p:clrMapOvr>
</p:sld>
</file>

<file path=ppt/slides/slide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
    <p:spTree>
      <p:nvGrpSpPr>
        <p:cNvPr id="1" name=""/>
        <p:cNvGrpSpPr/>
        <p:nvPr/>
      </p:nvGrpSpPr>
      <p:grpSpPr>
        <a:xfrm>
          <a:off x="0" y="0"/>
          <a:ext cx="0" cy="0"/>
          <a:chOff x="0" y="0"/>
          <a:chExt cx="0" cy="0"/>
        </a:xfrm>
      </p:grpSpPr>
      <p:sp>
        <p:nvSpPr>
          <p:cNvPr id="2" name="Text Box 5">
            <a:extLst>
              <a:ext uri="{A60EEF18-003E-41DC-A7A9-AC187AFA8B56}">
                <a16:creationId xmlns:a16="http://schemas.microsoft.com/office/drawing/2010/main" id="{54E2B4BE-FE75-4CC2-8AF3-654D40AC6775}"/>
              </a:ext>
            </a:extLst>
          </p:cNvPr>
          <p:cNvSpPr txBox="1"/>
          <p:nvPr/>
        </p:nvSpPr>
        <p:spPr>
          <a:xfrm flipH="false" flipV="false" rot="0">
            <a:off x="268128" y="827751"/>
            <a:ext cx="8363121" cy="308552"/>
          </a:xfrm>
          <a:prstGeom prst="rect">
            <a:avLst/>
          </a:prstGeom>
        </p:spPr>
        <p:txBody>
          <a:bodyPr anchor="t" bIns="47625" lIns="95250" rIns="95250" rtlCol="0" tIns="47625">
            <a:spAutoFit/>
          </a:bodyPr>
          <a:lstStyle/>
          <a:p>
            <a:pPr>
              <a:defRPr dirty="0" lang="en-US" sz="1400"/>
            </a:pPr>
            <a:r>
              <a:rPr dirty="0" lang="en-US"/>
              <a:t>1</a:t>
            </a:r>
            <a:r>
              <a:rPr dirty="0" err="1" lang="en-US"/>
              <a:t>.</a:t>
            </a:r>
            <a:r>
              <a:rPr dirty="0" lang="en-US"/>
              <a:t> </a:t>
            </a:r>
            <a:r>
              <a:rPr dirty="0" lang="en-US"/>
              <a:t>Lending club</a:t>
            </a:r>
            <a:r>
              <a:rPr dirty="0" lang="en-US"/>
              <a:t> Team navigate to upload locations and associated users via a simple form</a:t>
            </a:r>
            <a:endParaRPr dirty="0" lang="en-US"/>
          </a:p>
        </p:txBody>
      </p:sp>
      <p:sp>
        <p:nvSpPr>
          <p:cNvPr id="3" name="Text Box 6">
            <a:extLst>
              <a:ext uri="{C241D743-BC44-4589-90EB-F665C182EE78}">
                <a16:creationId xmlns:a16="http://schemas.microsoft.com/office/drawing/2010/main" id="{2143E847-D484-4702-868D-4A911AA8D9D3}"/>
              </a:ext>
            </a:extLst>
          </p:cNvPr>
          <p:cNvSpPr txBox="1"/>
          <p:nvPr/>
        </p:nvSpPr>
        <p:spPr>
          <a:xfrm flipH="false" flipV="false" rot="0">
            <a:off x="268128" y="3227070"/>
            <a:ext cx="8075123" cy="521855"/>
          </a:xfrm>
          <a:prstGeom prst="rect">
            <a:avLst/>
          </a:prstGeom>
        </p:spPr>
        <p:txBody>
          <a:bodyPr anchor="t" bIns="47625" lIns="95250" rIns="95250" rtlCol="0" tIns="47625">
            <a:spAutoFit/>
          </a:bodyPr>
          <a:lstStyle/>
          <a:p>
            <a:pPr>
              <a:defRPr dirty="0" lang="en-US" sz="1400"/>
            </a:pPr>
            <a:r>
              <a:rPr dirty="0" lang="en-US"/>
              <a:t>2. Submitted New Orders will get sent to print and automatically added to Patient Notify if they don't exist</a:t>
            </a:r>
            <a:endParaRPr dirty="0" lang="en-US"/>
          </a:p>
        </p:txBody>
      </p:sp>
      <p:sp>
        <p:nvSpPr>
          <p:cNvPr id="4" name="Text Box 8">
            <a:extLst>
              <a:ext uri="{C37636E9-69FA-4D41-81E3-4AA106189ADB}">
                <a16:creationId xmlns:a16="http://schemas.microsoft.com/office/drawing/2010/main" id="{77C758E6-696C-4AF7-9007-5272165B9B7F}"/>
              </a:ext>
            </a:extLst>
          </p:cNvPr>
          <p:cNvSpPr txBox="1"/>
          <p:nvPr/>
        </p:nvSpPr>
        <p:spPr>
          <a:xfrm flipH="false" flipV="false" rot="0">
            <a:off x="4347495" y="1828866"/>
            <a:ext cx="4267752" cy="735158"/>
          </a:xfrm>
          <a:prstGeom prst="rect">
            <a:avLst/>
          </a:prstGeom>
        </p:spPr>
        <p:txBody>
          <a:bodyPr bIns="47625" lIns="95250" rIns="95250" rtlCol="0" tIns="47625">
            <a:noAutofit/>
          </a:bodyPr>
          <a:lstStyle/>
          <a:p>
            <a:pPr>
              <a:defRPr dirty="0" lang="en-US" sz="1400"/>
            </a:pPr>
            <a:r>
              <a:rPr b="1" dirty="0" lang="en-US" sz="1400">
                <a:solidFill>
                  <a:schemeClr val="tx1"/>
                </a:solidFill>
                <a:latin typeface="Open Sans"/>
                <a:hlinkClick r:id="rId2"/>
              </a:rPr>
              <a:t>View Form Here</a:t>
            </a:r>
            <a:endParaRPr b="1" dirty="0" lang="en-US" sz="1400">
              <a:solidFill>
                <a:schemeClr val="tx1"/>
              </a:solidFill>
              <a:latin typeface="Open Sans"/>
              <a:hlinkClick r:id="rId3"/>
            </a:endParaRPr>
          </a:p>
        </p:txBody>
      </p:sp>
      <p:sp>
        <p:nvSpPr>
          <p:cNvPr id="5" name="Text Box 7">
            <a:extLst>
              <a:ext uri="{6C1E0044-F1AF-4D16-A197-0118B6CFB359}">
                <a16:creationId xmlns:a16="http://schemas.microsoft.com/office/drawing/2010/main" id="{4050DD07-BEFD-40F3-820B-D1D365FD8011}"/>
              </a:ext>
            </a:extLst>
          </p:cNvPr>
          <p:cNvSpPr txBox="1"/>
          <p:nvPr/>
        </p:nvSpPr>
        <p:spPr>
          <a:xfrm flipH="false" flipV="false" rot="0">
            <a:off x="292131" y="3800475"/>
            <a:ext cx="8075123" cy="521855"/>
          </a:xfrm>
          <a:prstGeom prst="rect">
            <a:avLst/>
          </a:prstGeom>
        </p:spPr>
        <p:txBody>
          <a:bodyPr anchor="t" bIns="47625" lIns="95250" rIns="95250" rtlCol="0" tIns="47625">
            <a:spAutoFit/>
          </a:bodyPr>
          <a:lstStyle/>
          <a:p>
            <a:pPr>
              <a:defRPr dirty="0" lang="en-US" sz="1400"/>
            </a:pPr>
            <a:r>
              <a:rPr dirty="0" lang="en-US"/>
              <a:t>3. Packages will be shipped to the office and automated email letting them know when to expect it with tracking information and their welcome information from Patient Notify Portal</a:t>
            </a:r>
            <a:endParaRPr dirty="0" lang="en-US"/>
          </a:p>
        </p:txBody>
      </p:sp>
      <p:sp>
        <p:nvSpPr>
          <p:cNvPr id="6" name="Text Box 9">
            <a:extLst>
              <a:ext uri="{2E7A27DD-6141-44B2-A424-7AD336BA04A2}">
                <a16:creationId xmlns:a16="http://schemas.microsoft.com/office/drawing/2010/main" id="{A87445BD-4CA1-40A5-B473-BC290DDCF01E}"/>
              </a:ext>
            </a:extLst>
          </p:cNvPr>
          <p:cNvSpPr txBox="1"/>
          <p:nvPr/>
        </p:nvSpPr>
        <p:spPr>
          <a:xfrm flipH="false" flipV="false" rot="0">
            <a:off x="288493" y="4411970"/>
            <a:ext cx="8075123" cy="308552"/>
          </a:xfrm>
          <a:prstGeom prst="rect">
            <a:avLst/>
          </a:prstGeom>
        </p:spPr>
        <p:txBody>
          <a:bodyPr anchor="t" bIns="47625" lIns="95250" rIns="95250" rtlCol="0" tIns="47625">
            <a:spAutoFit/>
          </a:bodyPr>
          <a:lstStyle/>
          <a:p>
            <a:pPr>
              <a:defRPr dirty="0" lang="en-US" sz="1400"/>
            </a:pPr>
            <a:r>
              <a:rPr dirty="0" lang="en-US"/>
              <a:t>4. The day of arrival another email will go out and let them know and also reminder to login</a:t>
            </a:r>
            <a:endParaRPr dirty="0" lang="en-US"/>
          </a:p>
        </p:txBody>
      </p:sp>
      <p:pic>
        <p:nvPicPr>
          <p:cNvPr id="7" name="Image 10">
            <a:extLst>
              <a:ext uri="{486C8A9B-494E-4C04-8721-12291AA4B556}">
                <a16:creationId xmlns:a16="http://schemas.microsoft.com/office/drawing/2010/main" id="{8B9AA327-4C87-41EC-84F6-70E7F0CB3EDC}"/>
              </a:ext>
            </a:extLst>
          </p:cNvPr>
          <p:cNvPicPr>
            <a:picLocks noChangeAspect="true"/>
          </p:cNvPicPr>
          <p:nvPr/>
        </p:nvPicPr>
        <p:blipFill>
          <a:blip r:embed="rId4"/>
          <a:stretch>
            <a:fillRect/>
          </a:stretch>
        </p:blipFill>
        <p:spPr>
          <a:xfrm flipH="false" flipV="false" rot="0">
            <a:off x="468553" y="1218047"/>
            <a:ext cx="1855108" cy="1886988"/>
          </a:xfrm>
          <a:prstGeom prst="rect">
            <a:avLst/>
          </a:prstGeom>
          <a:noFill/>
          <a:ln cap="flat" w="28575">
            <a:solidFill>
              <a:schemeClr val="bg1">
                <a:lumMod val="85000"/>
              </a:schemeClr>
            </a:solidFill>
            <a:prstDash val="solid"/>
            <a:round/>
          </a:ln>
        </p:spPr>
      </p:pic>
      <p:sp>
        <p:nvSpPr>
          <p:cNvPr id="8" name="Text Box 11">
            <a:extLst>
              <a:ext uri="{21CB48B2-D050-4786-B34F-5E06F4855F6A}">
                <a16:creationId xmlns:a16="http://schemas.microsoft.com/office/drawing/2010/main" id="{FAA85C2B-DD75-422D-B1FC-BFD9B0AB5A03}"/>
              </a:ext>
            </a:extLst>
          </p:cNvPr>
          <p:cNvSpPr txBox="1"/>
          <p:nvPr/>
        </p:nvSpPr>
        <p:spPr>
          <a:xfrm flipH="false" flipV="false" rot="0">
            <a:off x="380552" y="245697"/>
            <a:ext cx="5647534" cy="369503"/>
          </a:xfrm>
          <a:prstGeom prst="rect">
            <a:avLst/>
          </a:prstGeom>
        </p:spPr>
        <p:txBody>
          <a:bodyPr anchor="t" bIns="47625" lIns="95250" rIns="95250" rtlCol="0" tIns="47625">
            <a:spAutoFit/>
          </a:bodyPr>
          <a:lstStyle/>
          <a:p>
            <a:pPr>
              <a:defRPr dirty="0" lang="en-US" sz="1400"/>
            </a:pPr>
            <a:r>
              <a:rPr b="1" dirty="0" lang="en-US" sz="1800">
                <a:latin typeface="Zoho Puvi"/>
              </a:rPr>
              <a:t>New Location Add and Order </a:t>
            </a:r>
            <a:r>
              <a:rPr b="1" dirty="0" lang="en-US" sz="1800">
                <a:latin typeface="Zoho Puvi"/>
              </a:rPr>
              <a:t>Process</a:t>
            </a:r>
            <a:endParaRPr b="1" dirty="0" lang="en-US" sz="1800">
              <a:latin typeface="Zoho Puvi"/>
            </a:endParaRPr>
          </a:p>
        </p:txBody>
      </p:sp>
      <p:cxnSp>
        <p:nvCxnSpPr>
          <p:cNvPr id="9" name="Connector 11">
            <a:extLst>
              <a:ext uri="{2A035ECF-2EC4-4BA6-8A19-0016C23F1B18}">
                <a16:creationId xmlns:a16="http://schemas.microsoft.com/office/drawing/2010/main" id="{3CDDE619-12E7-423A-A97D-87A92E1AFF67}"/>
              </a:ext>
            </a:extLst>
          </p:cNvPr>
          <p:cNvCxnSpPr/>
          <p:nvPr/>
        </p:nvCxnSpPr>
        <p:spPr>
          <a:xfrm flipH="true" flipV="false" rot="10800000">
            <a:off x="468553" y="666750"/>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Tree>
    <p:extLst>
      <p:ext uri="{D6B6D058-12F8-44D2-B92E-6C69B29A368C}">
        <p14:creationId xmlns:p14="http://schemas.microsoft.com/office/powerpoint/2010/main" val="1785244659680"/>
      </p:ext>
    </p:extLst>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Box 5">
            <a:extLst>
              <a:ext uri="{D46D72F7-10E5-473E-B31F-B01540165FE0}">
                <a16:creationId xmlns:a16="http://schemas.microsoft.com/office/drawing/2010/main" id="{0DAB283E-CC88-4041-BFA9-874B5A3EFEDB}"/>
              </a:ext>
            </a:extLst>
          </p:cNvPr>
          <p:cNvSpPr txBox="1"/>
          <p:nvPr/>
        </p:nvSpPr>
        <p:spPr>
          <a:xfrm flipH="false" flipV="false" rot="0">
            <a:off x="452551" y="250116"/>
            <a:ext cx="5647534" cy="369503"/>
          </a:xfrm>
          <a:prstGeom prst="rect">
            <a:avLst/>
          </a:prstGeom>
        </p:spPr>
        <p:txBody>
          <a:bodyPr anchor="t" bIns="47625" lIns="95250" rIns="95250" rtlCol="0" tIns="47625">
            <a:spAutoFit/>
          </a:bodyPr>
          <a:lstStyle/>
          <a:p>
            <a:pPr>
              <a:defRPr dirty="0" lang="en-US" sz="1400"/>
            </a:pPr>
            <a:r>
              <a:rPr b="1" dirty="0" lang="en-US" sz="1800">
                <a:latin typeface="Zoho Puvi"/>
              </a:rPr>
              <a:t>Client Portal User: Invitation and Login</a:t>
            </a:r>
            <a:endParaRPr b="1" dirty="0" lang="en-US" sz="1800">
              <a:latin typeface="Zoho Puvi"/>
            </a:endParaRPr>
          </a:p>
        </p:txBody>
      </p:sp>
      <p:cxnSp>
        <p:nvCxnSpPr>
          <p:cNvPr id="3" name="Connector 11">
            <a:extLst>
              <a:ext uri="{5B1DDAD4-3E75-4198-9955-DBC83CCF3329}">
                <a16:creationId xmlns:a16="http://schemas.microsoft.com/office/drawing/2010/main" id="{63A94516-A5DC-499A-8920-8358B8ED2A57}"/>
              </a:ext>
            </a:extLst>
          </p:cNvPr>
          <p:cNvCxnSpPr/>
          <p:nvPr/>
        </p:nvCxnSpPr>
        <p:spPr>
          <a:xfrm flipH="true" flipV="false" rot="10800000">
            <a:off x="468553" y="649595"/>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pic>
        <p:nvPicPr>
          <p:cNvPr id="4" name="Image 1">
            <a:extLst>
              <a:ext uri="{046C5C3D-5B3D-4D78-A5A0-D568D360E015}">
                <a16:creationId xmlns:a16="http://schemas.microsoft.com/office/drawing/2010/main" id="{42F5EC70-1588-4F11-A9F4-6DC3D32D291A}"/>
              </a:ext>
            </a:extLst>
          </p:cNvPr>
          <p:cNvPicPr>
            <a:picLocks noChangeAspect="true"/>
          </p:cNvPicPr>
          <p:nvPr/>
        </p:nvPicPr>
        <p:blipFill>
          <a:blip r:embed="rId2"/>
          <a:stretch>
            <a:fillRect/>
          </a:stretch>
        </p:blipFill>
        <p:spPr>
          <a:xfrm flipH="false" flipV="false" rot="0">
            <a:off x="468553" y="1714500"/>
            <a:ext cx="4236529" cy="3052534"/>
          </a:xfrm>
          <a:prstGeom prst="rect">
            <a:avLst/>
          </a:prstGeom>
          <a:noFill/>
          <a:ln cap="flat" w="28575">
            <a:solidFill>
              <a:schemeClr val="tx1"/>
            </a:solidFill>
            <a:prstDash val="solid"/>
            <a:round/>
          </a:ln>
          <a:effectLst>
            <a:reflection algn="bl" dist="0" endA="0" endPos="12000" rotWithShape="0" stA="14000" stPos="0" sy="-100000"/>
          </a:effectLst>
        </p:spPr>
      </p:pic>
      <p:pic>
        <p:nvPicPr>
          <p:cNvPr id="5" name="Image 3">
            <a:extLst>
              <a:ext uri="{B2A84DFF-B3B3-4971-88C4-9B030EF150C4}">
                <a16:creationId xmlns:a16="http://schemas.microsoft.com/office/drawing/2010/main" id="{E4047099-A2AD-44EF-AFE2-57920366F05E}"/>
              </a:ext>
            </a:extLst>
          </p:cNvPr>
          <p:cNvPicPr>
            <a:picLocks noChangeAspect="true"/>
          </p:cNvPicPr>
          <p:nvPr/>
        </p:nvPicPr>
        <p:blipFill>
          <a:blip r:embed="rId3"/>
          <a:stretch>
            <a:fillRect/>
          </a:stretch>
        </p:blipFill>
        <p:spPr>
          <a:xfrm flipH="false" flipV="false" rot="0">
            <a:off x="5545836" y="992705"/>
            <a:ext cx="2597934" cy="2722359"/>
          </a:xfrm>
          <a:prstGeom prst="rect">
            <a:avLst/>
          </a:prstGeom>
          <a:noFill/>
          <a:ln cap="flat" w="28575">
            <a:solidFill>
              <a:schemeClr val="tx1"/>
            </a:solidFill>
            <a:prstDash val="solid"/>
            <a:round/>
          </a:ln>
          <a:effectLst>
            <a:reflection algn="bl" dist="0" endA="0" endPos="12000" rotWithShape="0" stA="14000" stPos="0" sy="-100000"/>
          </a:effectLst>
        </p:spPr>
      </p:pic>
      <p:pic>
        <p:nvPicPr>
          <p:cNvPr id="6" name="Image 2">
            <a:extLst>
              <a:ext uri="{E09E31B8-9E48-4111-859A-5BDCB4F2EBD7}">
                <a16:creationId xmlns:a16="http://schemas.microsoft.com/office/drawing/2010/main" id="{688A4847-B249-41CC-858F-96E26748882E}"/>
              </a:ext>
            </a:extLst>
          </p:cNvPr>
          <p:cNvPicPr>
            <a:picLocks noChangeAspect="true"/>
          </p:cNvPicPr>
          <p:nvPr/>
        </p:nvPicPr>
        <p:blipFill>
          <a:blip r:embed="rId4"/>
          <a:stretch>
            <a:fillRect/>
          </a:stretch>
        </p:blipFill>
        <p:spPr>
          <a:xfrm flipH="false" flipV="false" rot="0">
            <a:off x="6938705" y="3131067"/>
            <a:ext cx="1784708" cy="1760410"/>
          </a:xfrm>
          <a:prstGeom prst="rect">
            <a:avLst/>
          </a:prstGeom>
          <a:noFill/>
          <a:ln cap="flat" w="28575">
            <a:solidFill>
              <a:schemeClr val="tx1"/>
            </a:solidFill>
            <a:prstDash val="solid"/>
            <a:round/>
          </a:ln>
        </p:spPr>
      </p:pic>
      <p:sp>
        <p:nvSpPr>
          <p:cNvPr id="7" name="Text Box 6">
            <a:extLst>
              <a:ext uri="{39E4DDBD-3FD2-42FC-849F-5E166CCB98C3}">
                <a16:creationId xmlns:a16="http://schemas.microsoft.com/office/drawing/2010/main" id="{01A6991C-DA60-4D78-8ACF-395328883F92}"/>
              </a:ext>
            </a:extLst>
          </p:cNvPr>
          <p:cNvSpPr txBox="1"/>
          <p:nvPr/>
        </p:nvSpPr>
        <p:spPr>
          <a:xfrm flipH="false" flipV="false" rot="0">
            <a:off x="388553" y="829675"/>
            <a:ext cx="4115085" cy="704697"/>
          </a:xfrm>
          <a:prstGeom prst="rect">
            <a:avLst/>
          </a:prstGeom>
        </p:spPr>
        <p:txBody>
          <a:bodyPr anchor="t" bIns="47625" lIns="95250" rIns="95250" rtlCol="0" tIns="47625">
            <a:spAutoFit/>
          </a:bodyPr>
          <a:lstStyle/>
          <a:p>
            <a:pPr>
              <a:defRPr dirty="0" lang="en-US" sz="1400"/>
            </a:pPr>
            <a:r>
              <a:rPr dirty="0" lang="en-US" sz="1000"/>
              <a:t>New welcome email will be timed with shipment and include tracking information so business knows that their delivery is on the way. Additionally, the welcome</a:t>
            </a:r>
            <a:r>
              <a:rPr dirty="0" lang="en-US" sz="1000"/>
              <a:t> package will reference this email.</a:t>
            </a:r>
            <a:endParaRPr dirty="0" lang="en-US" sz="1000"/>
          </a:p>
        </p:txBody>
      </p:sp>
    </p:spTree>
    <p:extLst>
      <p:ext uri="{8FC34A74-697F-463D-9A4B-7D74D8B183AF}">
        <p14:creationId xmlns:p14="http://schemas.microsoft.com/office/powerpoint/2010/main" val="1785244659681"/>
      </p:ext>
    </p:extLst>
  </p:cSld>
  <p:clrMapOvr>
    <a:masterClrMapping/>
  </p:clrMapOvr>
</p:sld>
</file>

<file path=ppt/slides/slide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grpSp>
        <p:nvGrpSpPr>
          <p:cNvPr id="2" name="Group Shape 6">
            <a:extLst>
              <a:ext uri="{502CB0CC-AE0E-4433-9C08-9F50C3E55C54}">
                <a16:creationId xmlns:a16="http://schemas.microsoft.com/office/drawing/2010/main" id="{769B05D0-5E47-46FB-B67B-94E4C79BD5DE}"/>
              </a:ext>
            </a:extLst>
          </p:cNvPr>
          <p:cNvGrpSpPr>
            <a:grpSpLocks noChangeAspect="true"/>
          </p:cNvGrpSpPr>
          <p:nvPr/>
        </p:nvGrpSpPr>
        <p:grpSpPr>
          <a:xfrm flipH="false" flipV="false" rot="0">
            <a:off x="6029696" y="1375943"/>
            <a:ext cx="2587647" cy="3003004"/>
            <a:chOff x="5451795" y="643061"/>
            <a:chExt cx="3471253" cy="4028437"/>
          </a:xfrm>
        </p:grpSpPr>
        <p:grpSp>
          <p:nvGrpSpPr>
            <p:cNvPr id="3" name="Group Shape 10">
              <a:extLst>
                <a:ext uri="{00BC6E26-527B-4F6B-B18E-882DD0557DE1}">
                  <a16:creationId xmlns:a16="http://schemas.microsoft.com/office/drawing/2010/main" id="{9ED9A9E0-04B4-4FEC-B98E-774678E9E943}"/>
                </a:ext>
              </a:extLst>
            </p:cNvPr>
            <p:cNvGrpSpPr>
              <a:grpSpLocks noChangeAspect="true"/>
            </p:cNvGrpSpPr>
            <p:nvPr/>
          </p:nvGrpSpPr>
          <p:grpSpPr>
            <a:xfrm flipH="false" flipV="false" rot="0">
              <a:off x="5451795" y="643061"/>
              <a:ext cx="3471253" cy="4028437"/>
              <a:chOff x="5451795" y="643061"/>
              <a:chExt cx="3471253" cy="4028437"/>
            </a:xfrm>
          </p:grpSpPr>
          <p:grpSp>
            <p:nvGrpSpPr>
              <p:cNvPr id="4" name="Group Shape 6">
                <a:extLst>
                  <a:ext uri="{D34FB8BD-137B-47F3-BB68-B6707625178F}">
                    <a16:creationId xmlns:a16="http://schemas.microsoft.com/office/drawing/2010/main" id="{52F67288-FADD-4045-85EC-970B3699D537}"/>
                  </a:ext>
                </a:extLst>
              </p:cNvPr>
              <p:cNvGrpSpPr>
                <a:grpSpLocks noChangeAspect="true"/>
              </p:cNvGrpSpPr>
              <p:nvPr/>
            </p:nvGrpSpPr>
            <p:grpSpPr>
              <a:xfrm flipH="false" flipV="false" rot="0">
                <a:off x="7301427" y="643061"/>
                <a:ext cx="1561071" cy="1560004"/>
                <a:chOff x="6608540" y="1173537"/>
                <a:chExt cx="1726711" cy="1725530"/>
              </a:xfrm>
              <a:effectLst/>
            </p:grpSpPr>
            <p:sp>
              <p:nvSpPr>
                <p:cNvPr id="5" name="Rectangle 5">
                  <a:extLst>
                    <a:ext uri="{0D707EB3-E6E5-49F8-ACA8-EB86D8CCBD49}">
                      <a16:creationId xmlns:a16="http://schemas.microsoft.com/office/drawing/2010/main" id="{3E963339-CF85-465B-8A20-9EABF446C617}"/>
                    </a:ext>
                  </a:extLst>
                </p:cNvPr>
                <p:cNvSpPr/>
                <p:nvPr/>
              </p:nvSpPr>
              <p:spPr>
                <a:xfrm flipH="false" flipV="false" rot="0">
                  <a:off x="6608540" y="1173537"/>
                  <a:ext cx="1726711" cy="1725530"/>
                </a:xfrm>
                <a:prstGeom prst="rect">
                  <a:avLst/>
                </a:prstGeom>
                <a:solidFill>
                  <a:schemeClr val="bg1"/>
                </a:solidFill>
                <a:ln cap="flat" w="9525">
                  <a:solidFill>
                    <a:schemeClr val="bg1">
                      <a:lumMod val="95000"/>
                    </a:schemeClr>
                  </a:solidFill>
                  <a:prstDash val="solid"/>
                  <a:round/>
                </a:ln>
                <a:effectLst>
                  <a:outerShdw blurRad="190500" dir="2700000" dist="66675">
                    <a:srgbClr val="3f3f3f">
                      <a:alpha val="20999"/>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pic>
              <p:nvPicPr>
                <p:cNvPr id="6" name="Image 4">
                  <a:extLst>
                    <a:ext uri="{26EAC9EA-8AEE-45C6-9C3F-5131841166DF}">
                      <a16:creationId xmlns:a16="http://schemas.microsoft.com/office/drawing/2010/main" id="{6A7023B0-5E85-4222-993D-A8114957E1BA}"/>
                    </a:ext>
                  </a:extLst>
                </p:cNvPr>
                <p:cNvPicPr>
                  <a:picLocks noChangeAspect="true"/>
                </p:cNvPicPr>
                <p:nvPr/>
              </p:nvPicPr>
              <p:blipFill>
                <a:blip r:embed="rId2"/>
                <a:stretch>
                  <a:fillRect/>
                </a:stretch>
              </p:blipFill>
              <p:spPr>
                <a:xfrm flipH="false" flipV="false" rot="0">
                  <a:off x="6751282" y="1299067"/>
                  <a:ext cx="1495968" cy="1504873"/>
                </a:xfrm>
                <a:prstGeom prst="rect">
                  <a:avLst/>
                </a:prstGeom>
                <a:noFill/>
                <a:ln cap="flat" w="9525">
                  <a:noFill/>
                  <a:prstDash val="solid"/>
                  <a:round/>
                </a:ln>
                <a:effectLst/>
              </p:spPr>
            </p:pic>
          </p:grpSp>
          <p:pic>
            <p:nvPicPr>
              <p:cNvPr id="7" name="Image 4">
                <a:extLst>
                  <a:ext uri="{D87EAC23-3C1A-47C3-AAAE-FBB7E1562C25}">
                    <a16:creationId xmlns:a16="http://schemas.microsoft.com/office/drawing/2010/main" id="{695DB2D5-4BC8-4040-AF5D-C4486EF21908}"/>
                  </a:ext>
                </a:extLst>
              </p:cNvPr>
              <p:cNvPicPr>
                <a:picLocks noChangeAspect="true"/>
              </p:cNvPicPr>
              <p:nvPr/>
            </p:nvPicPr>
            <p:blipFill>
              <a:blip r:embed="rId3"/>
              <a:stretch>
                <a:fillRect/>
              </a:stretch>
            </p:blipFill>
            <p:spPr>
              <a:xfrm flipH="false" flipV="false" rot="0">
                <a:off x="5451795" y="2352560"/>
                <a:ext cx="3471253" cy="2318937"/>
              </a:xfrm>
              <a:prstGeom prst="rect">
                <a:avLst/>
              </a:prstGeom>
              <a:noFill/>
              <a:ln cap="flat" w="9525">
                <a:solidFill>
                  <a:schemeClr val="bg1">
                    <a:lumMod val="95000"/>
                  </a:schemeClr>
                </a:solidFill>
                <a:prstDash val="solid"/>
                <a:round/>
              </a:ln>
              <a:effectLst>
                <a:outerShdw blurRad="190500" dir="2700000" dist="66675">
                  <a:srgbClr val="3f3f3f">
                    <a:alpha val="20999"/>
                  </a:srgbClr>
                </a:outerShdw>
                <a:reflection algn="bl" dist="0" endA="0" endPos="26000" rotWithShape="0" stA="25000" stPos="0" sy="-100000"/>
              </a:effectLst>
            </p:spPr>
          </p:pic>
        </p:grpSp>
        <p:grpSp>
          <p:nvGrpSpPr>
            <p:cNvPr id="8" name="Group Shape 7">
              <a:extLst>
                <a:ext uri="{3F4A86E0-ABC7-438B-A940-A7B4D749AFCA}">
                  <a16:creationId xmlns:a16="http://schemas.microsoft.com/office/drawing/2010/main" id="{63C4547C-8C3B-477C-A94B-1A2EEEDD63E2}"/>
                </a:ext>
              </a:extLst>
            </p:cNvPr>
            <p:cNvGrpSpPr>
              <a:grpSpLocks noChangeAspect="true"/>
            </p:cNvGrpSpPr>
            <p:nvPr/>
          </p:nvGrpSpPr>
          <p:grpSpPr>
            <a:xfrm flipH="false" flipV="false" rot="0">
              <a:off x="5451795" y="643061"/>
              <a:ext cx="1561080" cy="1560004"/>
              <a:chOff x="6608540" y="1173537"/>
              <a:chExt cx="1726711" cy="1725530"/>
            </a:xfrm>
            <a:effectLst/>
          </p:grpSpPr>
          <p:sp>
            <p:nvSpPr>
              <p:cNvPr id="9" name="Rectangle 5">
                <a:extLst>
                  <a:ext uri="{2FFCF236-D717-4377-8797-0D8EB860B591}">
                    <a16:creationId xmlns:a16="http://schemas.microsoft.com/office/drawing/2010/main" id="{9F1C8839-5219-4F48-A760-6604E726E724}"/>
                  </a:ext>
                </a:extLst>
              </p:cNvPr>
              <p:cNvSpPr/>
              <p:nvPr/>
            </p:nvSpPr>
            <p:spPr>
              <a:xfrm flipH="false" flipV="false" rot="0">
                <a:off x="6608540" y="1173537"/>
                <a:ext cx="1726711" cy="1725530"/>
              </a:xfrm>
              <a:prstGeom prst="rect">
                <a:avLst/>
              </a:prstGeom>
              <a:solidFill>
                <a:schemeClr val="bg1"/>
              </a:solidFill>
              <a:ln cap="flat" w="9525">
                <a:solidFill>
                  <a:schemeClr val="bg1">
                    <a:lumMod val="95000"/>
                  </a:schemeClr>
                </a:solidFill>
                <a:prstDash val="solid"/>
                <a:round/>
              </a:ln>
              <a:effectLst>
                <a:outerShdw blurRad="190500" dir="2700000" dist="66675">
                  <a:srgbClr val="3f3f3f">
                    <a:alpha val="20999"/>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pic>
            <p:nvPicPr>
              <p:cNvPr id="10" name="Image 4">
                <a:extLst>
                  <a:ext uri="{796FBFF4-4A93-4B64-8B98-80CEC2EB7C97}">
                    <a16:creationId xmlns:a16="http://schemas.microsoft.com/office/drawing/2010/main" id="{5210970B-7D37-4BD9-AFF0-147875CA9763}"/>
                  </a:ext>
                </a:extLst>
              </p:cNvPr>
              <p:cNvPicPr>
                <a:picLocks noChangeAspect="true"/>
              </p:cNvPicPr>
              <p:nvPr/>
            </p:nvPicPr>
            <p:blipFill>
              <a:blip r:embed="rId2"/>
              <a:stretch>
                <a:fillRect/>
              </a:stretch>
            </p:blipFill>
            <p:spPr>
              <a:xfrm flipH="false" flipV="false" rot="0">
                <a:off x="6751282" y="1299067"/>
                <a:ext cx="1495968" cy="1504873"/>
              </a:xfrm>
              <a:prstGeom prst="rect">
                <a:avLst/>
              </a:prstGeom>
              <a:noFill/>
              <a:ln cap="flat" w="9525">
                <a:noFill/>
                <a:prstDash val="solid"/>
                <a:round/>
              </a:ln>
              <a:effectLst/>
            </p:spPr>
          </p:pic>
        </p:grpSp>
      </p:grpSp>
      <p:pic>
        <p:nvPicPr>
          <p:cNvPr id="11" name="Image 8">
            <a:extLst>
              <a:ext uri="{ADCBF36A-77FE-4176-9B4D-BEC248C79EC7}">
                <a16:creationId xmlns:a16="http://schemas.microsoft.com/office/drawing/2010/main" id="{C0D3B2CE-2EC4-40B6-AA98-7E2518046C71}"/>
              </a:ext>
            </a:extLst>
          </p:cNvPr>
          <p:cNvPicPr>
            <a:picLocks noChangeAspect="true"/>
          </p:cNvPicPr>
          <p:nvPr/>
        </p:nvPicPr>
        <p:blipFill>
          <a:blip r:embed="rId4"/>
          <a:stretch>
            <a:fillRect/>
          </a:stretch>
        </p:blipFill>
        <p:spPr>
          <a:xfrm flipH="false" flipV="false" rot="0">
            <a:off x="511244" y="1528791"/>
            <a:ext cx="2087994" cy="2697318"/>
          </a:xfrm>
          <a:prstGeom prst="rect">
            <a:avLst/>
          </a:prstGeom>
          <a:noFill/>
          <a:ln cap="flat" w="9525">
            <a:solidFill>
              <a:schemeClr val="bg1">
                <a:lumMod val="95000"/>
              </a:schemeClr>
            </a:solidFill>
            <a:prstDash val="solid"/>
            <a:round/>
          </a:ln>
          <a:effectLst>
            <a:outerShdw blurRad="190500" dir="2700000" dist="66675">
              <a:srgbClr val="3f3f3f">
                <a:alpha val="20999"/>
              </a:srgbClr>
            </a:outerShdw>
            <a:reflection algn="bl" dist="0" endA="0" endPos="26000" rotWithShape="0" stA="25000" stPos="0" sy="-100000"/>
          </a:effectLst>
        </p:spPr>
      </p:pic>
      <p:grpSp>
        <p:nvGrpSpPr>
          <p:cNvPr id="12" name="Group Shape 7">
            <a:extLst>
              <a:ext uri="{E380FA53-AB76-4268-86E6-CEA31263F869}">
                <a16:creationId xmlns:a16="http://schemas.microsoft.com/office/drawing/2010/main" id="{A784AB93-5868-425E-A76A-96A013FF4D84}"/>
              </a:ext>
            </a:extLst>
          </p:cNvPr>
          <p:cNvGrpSpPr>
            <a:grpSpLocks noChangeAspect="true"/>
          </p:cNvGrpSpPr>
          <p:nvPr/>
        </p:nvGrpSpPr>
        <p:grpSpPr>
          <a:xfrm flipH="false" flipV="false" rot="0">
            <a:off x="3053705" y="1317488"/>
            <a:ext cx="2649531" cy="3329616"/>
            <a:chOff x="2583951" y="737444"/>
            <a:chExt cx="2919288" cy="3668620"/>
          </a:xfrm>
        </p:grpSpPr>
        <p:pic>
          <p:nvPicPr>
            <p:cNvPr id="13" name="Image 9">
              <a:extLst>
                <a:ext uri="{EBADAD13-59DF-4CEA-A1EB-BDBD3A2AEAF2}">
                  <a16:creationId xmlns:a16="http://schemas.microsoft.com/office/drawing/2010/main" id="{7EC367E3-3593-44F2-9CDE-22771F485493}"/>
                </a:ext>
              </a:extLst>
            </p:cNvPr>
            <p:cNvPicPr>
              <a:picLocks noChangeAspect="true"/>
            </p:cNvPicPr>
            <p:nvPr/>
          </p:nvPicPr>
          <p:blipFill>
            <a:blip r:embed="rId5"/>
            <a:srcRect b="34150" l="12880" r="61490" t="20650"/>
            <a:stretch>
              <a:fillRect/>
            </a:stretch>
          </p:blipFill>
          <p:spPr>
            <a:xfrm flipH="false" flipV="false" rot="0">
              <a:off x="3600735" y="737444"/>
              <a:ext cx="1902504" cy="2515343"/>
            </a:xfrm>
            <a:prstGeom prst="rect">
              <a:avLst/>
            </a:prstGeom>
            <a:noFill/>
            <a:effectLst/>
          </p:spPr>
        </p:pic>
        <p:pic>
          <p:nvPicPr>
            <p:cNvPr id="14" name="Image 5">
              <a:extLst>
                <a:ext uri="{41AC3C65-C4D7-4969-B885-1E014BF9C0DD}">
                  <a16:creationId xmlns:a16="http://schemas.microsoft.com/office/drawing/2010/main" id="{BD7F752D-D85A-467A-BC61-37BB25105364}"/>
                </a:ext>
              </a:extLst>
            </p:cNvPr>
            <p:cNvPicPr>
              <a:picLocks noChangeAspect="true"/>
            </p:cNvPicPr>
            <p:nvPr/>
          </p:nvPicPr>
          <p:blipFill>
            <a:blip r:embed="rId5"/>
            <a:srcRect b="34150" l="14490" r="61490" t="20650"/>
            <a:stretch>
              <a:fillRect/>
            </a:stretch>
          </p:blipFill>
          <p:spPr>
            <a:xfrm flipH="false" flipV="false" rot="0">
              <a:off x="2583951" y="1151486"/>
              <a:ext cx="2306964" cy="3254578"/>
            </a:xfrm>
            <a:prstGeom prst="rect">
              <a:avLst/>
            </a:prstGeom>
            <a:noFill/>
            <a:effectLst/>
          </p:spPr>
        </p:pic>
      </p:grpSp>
      <p:sp>
        <p:nvSpPr>
          <p:cNvPr id="15" name="Text Box 4">
            <a:extLst>
              <a:ext uri="{FF9B4677-6C68-4014-8256-3EA5CC2F60C7}">
                <a16:creationId xmlns:a16="http://schemas.microsoft.com/office/drawing/2010/main" id="{AEAA3D36-3C7D-43C0-B86D-90446D3039C6}"/>
              </a:ext>
            </a:extLst>
          </p:cNvPr>
          <p:cNvSpPr txBox="1"/>
          <p:nvPr/>
        </p:nvSpPr>
        <p:spPr>
          <a:xfrm flipH="false" flipV="false" rot="0">
            <a:off x="348557" y="313629"/>
            <a:ext cx="6440005" cy="399973"/>
          </a:xfrm>
          <a:prstGeom prst="rect">
            <a:avLst/>
          </a:prstGeom>
        </p:spPr>
        <p:txBody>
          <a:bodyPr anchor="t" bIns="47625" lIns="95250" rIns="95250" rtlCol="0" tIns="47625">
            <a:spAutoFit/>
          </a:bodyPr>
          <a:lstStyle/>
          <a:p>
            <a:pPr>
              <a:defRPr dirty="0" lang="en-US" sz="1400"/>
            </a:pPr>
            <a:r>
              <a:rPr b="1" dirty="0" lang="en-US" sz="2000">
                <a:latin typeface="Montserrat"/>
              </a:rPr>
              <a:t>Newly Branded Marketing Collateral </a:t>
            </a:r>
            <a:endParaRPr b="1" dirty="0" lang="en-US" sz="2000">
              <a:latin typeface="Montserrat"/>
            </a:endParaRPr>
          </a:p>
        </p:txBody>
      </p:sp>
      <p:cxnSp>
        <p:nvCxnSpPr>
          <p:cNvPr id="16" name="Connector 11">
            <a:extLst>
              <a:ext uri="{D1690124-1662-47DD-B62F-9B7CD522FC43}">
                <a16:creationId xmlns:a16="http://schemas.microsoft.com/office/drawing/2010/main" id="{589867B1-6158-4218-8C97-1030054FCDC0}"/>
              </a:ext>
            </a:extLst>
          </p:cNvPr>
          <p:cNvCxnSpPr/>
          <p:nvPr/>
        </p:nvCxnSpPr>
        <p:spPr>
          <a:xfrm flipH="true" flipV="false" rot="10800000">
            <a:off x="468553" y="745607"/>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Tree>
    <p:extLst>
      <p:ext uri="{8614F48C-F086-40D6-A553-D59D8209A9E9}">
        <p14:creationId xmlns:p14="http://schemas.microsoft.com/office/powerpoint/2010/main" val="1785244659682"/>
      </p:ext>
    </p:extLst>
  </p:cSld>
  <p:clrMapOvr>
    <a:masterClrMapping/>
  </p:clrMapOvr>
</p:sld>
</file>

<file path=ppt/slides/slide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
    <p:spTree>
      <p:nvGrpSpPr>
        <p:cNvPr id="1" name=""/>
        <p:cNvGrpSpPr/>
        <p:nvPr/>
      </p:nvGrpSpPr>
      <p:grpSpPr>
        <a:xfrm>
          <a:off x="0" y="0"/>
          <a:ext cx="0" cy="0"/>
          <a:chOff x="0" y="0"/>
          <a:chExt cx="0" cy="0"/>
        </a:xfrm>
      </p:grpSpPr>
      <p:pic>
        <p:nvPicPr>
          <p:cNvPr id="2" name="Image 1">
            <a:extLst>
              <a:ext uri="{CBCD3843-8B53-429A-9B8A-FCD20FE4A8BE}">
                <a16:creationId xmlns:a16="http://schemas.microsoft.com/office/drawing/2010/main" id="{1BCC7064-0676-40EA-99E6-D64B41621912}"/>
              </a:ext>
            </a:extLst>
          </p:cNvPr>
          <p:cNvPicPr>
            <a:picLocks noChangeAspect="true"/>
          </p:cNvPicPr>
          <p:nvPr/>
        </p:nvPicPr>
        <p:blipFill>
          <a:blip r:embed="rId2"/>
          <a:stretch>
            <a:fillRect/>
          </a:stretch>
        </p:blipFill>
        <p:spPr>
          <a:xfrm flipH="false" flipV="false" rot="0">
            <a:off x="605580" y="1108700"/>
            <a:ext cx="7820872" cy="3896715"/>
          </a:xfrm>
          <a:prstGeom prst="rect">
            <a:avLst/>
          </a:prstGeom>
          <a:noFill/>
          <a:ln cap="flat" w="19050">
            <a:solidFill>
              <a:schemeClr val="bg1">
                <a:lumMod val="75000"/>
              </a:schemeClr>
            </a:solidFill>
            <a:prstDash val="solid"/>
            <a:round/>
          </a:ln>
        </p:spPr>
      </p:pic>
      <p:sp>
        <p:nvSpPr>
          <p:cNvPr id="3" name="Text Box 3">
            <a:extLst>
              <a:ext uri="{AE486E25-EDFA-48B5-B98F-583CD6F74B2B}">
                <a16:creationId xmlns:a16="http://schemas.microsoft.com/office/drawing/2010/main" id="{E22773AA-4EC1-40EC-8A4A-1490467850D0}"/>
              </a:ext>
            </a:extLst>
          </p:cNvPr>
          <p:cNvSpPr txBox="1"/>
          <p:nvPr/>
        </p:nvSpPr>
        <p:spPr>
          <a:xfrm flipH="false" flipV="false" rot="0">
            <a:off x="506377" y="710898"/>
            <a:ext cx="8131244" cy="278082"/>
          </a:xfrm>
          <a:prstGeom prst="rect">
            <a:avLst/>
          </a:prstGeom>
        </p:spPr>
        <p:txBody>
          <a:bodyPr anchor="t" bIns="47625" lIns="95250" rIns="95250" rtlCol="0" tIns="47625">
            <a:spAutoFit/>
          </a:bodyPr>
          <a:lstStyle/>
          <a:p>
            <a:pPr>
              <a:defRPr dirty="0" lang="en-US" sz="1400"/>
            </a:pPr>
            <a:r>
              <a:rPr dirty="0" lang="en-US" sz="1200"/>
              <a:t>Reorders are simple and can be submitted through the app. All reorders will be shipped ever two weeks</a:t>
            </a:r>
            <a:endParaRPr dirty="0" lang="en-US" sz="1200"/>
          </a:p>
        </p:txBody>
      </p:sp>
      <p:sp>
        <p:nvSpPr>
          <p:cNvPr id="4" name="Text Box 4">
            <a:extLst>
              <a:ext uri="{BC0FF357-82EC-4C86-9278-68DD619F1C03}">
                <a16:creationId xmlns:a16="http://schemas.microsoft.com/office/drawing/2010/main" id="{CDD9ED50-E236-4BD4-9203-654C4465B77B}"/>
              </a:ext>
            </a:extLst>
          </p:cNvPr>
          <p:cNvSpPr txBox="1"/>
          <p:nvPr/>
        </p:nvSpPr>
        <p:spPr>
          <a:xfrm flipH="false" flipV="false" rot="0">
            <a:off x="506377" y="191204"/>
            <a:ext cx="6440005" cy="369503"/>
          </a:xfrm>
          <a:prstGeom prst="rect">
            <a:avLst/>
          </a:prstGeom>
        </p:spPr>
        <p:txBody>
          <a:bodyPr anchor="t" bIns="47625" lIns="95250" rIns="95250" rtlCol="0" tIns="47625">
            <a:spAutoFit/>
          </a:bodyPr>
          <a:lstStyle/>
          <a:p>
            <a:pPr>
              <a:defRPr dirty="0" lang="en-US" sz="1400"/>
            </a:pPr>
            <a:r>
              <a:rPr b="1" dirty="0" lang="en-US" sz="1800">
                <a:latin typeface="Montserrat"/>
              </a:rPr>
              <a:t>Reorder forms for offices</a:t>
            </a:r>
            <a:endParaRPr b="1" dirty="0" lang="en-US" sz="1800">
              <a:latin typeface="Montserrat"/>
            </a:endParaRPr>
          </a:p>
        </p:txBody>
      </p:sp>
      <p:cxnSp>
        <p:nvCxnSpPr>
          <p:cNvPr id="5" name="Connector 11">
            <a:extLst>
              <a:ext uri="{1AE4455F-19BF-4696-ADAB-4FDD29FFD13A}">
                <a16:creationId xmlns:a16="http://schemas.microsoft.com/office/drawing/2010/main" id="{6DCB5AD0-831C-42AA-A6BF-BD9266672351}"/>
              </a:ext>
            </a:extLst>
          </p:cNvPr>
          <p:cNvCxnSpPr/>
          <p:nvPr/>
        </p:nvCxnSpPr>
        <p:spPr>
          <a:xfrm flipH="true" flipV="false" rot="10800000">
            <a:off x="626373" y="623182"/>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Tree>
    <p:extLst>
      <p:ext uri="{06BC08EB-F9D0-4165-94D0-284EB7511864}">
        <p14:creationId xmlns:p14="http://schemas.microsoft.com/office/powerpoint/2010/main" val="1785244659683"/>
      </p:ext>
    </p:extLst>
  </p:cSld>
  <p:clrMapOvr>
    <a:masterClrMapping/>
  </p:clrMapOvr>
</p:sld>
</file>

<file path=ppt/slides/slide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slide3">
    <p:bg>
      <p:bgPr>
        <a:solidFill>
          <a:schemeClr val="phClr"/>
        </a:solidFill>
        <a:effectLst/>
      </p:bgPr>
    </p:bg>
    <p:spTree>
      <p:nvGrpSpPr>
        <p:cNvPr id="1" name=""/>
        <p:cNvGrpSpPr/>
        <p:nvPr/>
      </p:nvGrpSpPr>
      <p:grpSpPr>
        <a:xfrm>
          <a:off x="0" y="0"/>
          <a:ext cx="0" cy="0"/>
          <a:chOff x="0" y="0"/>
          <a:chExt cx="0" cy="0"/>
        </a:xfrm>
      </p:grpSpPr>
      <p:sp>
        <p:nvSpPr>
          <p:cNvPr id="2" name="">
            <a:extLst>
              <a:ext uri="{7F753961-2F92-417F-82F3-EB7D68079FC4}">
                <a16:creationId xmlns:a16="http://schemas.microsoft.com/office/drawing/2010/main" id="{DFD9B618-14AC-487E-9535-8DC2EF4565BC}"/>
              </a:ext>
            </a:extLst>
          </p:cNvPr>
          <p:cNvSpPr/>
          <p:nvPr/>
        </p:nvSpPr>
        <p:spPr>
          <a:xfrm flipH="false" flipV="false" rot="0">
            <a:off x="-7591" y="1512884"/>
            <a:ext cx="9144000" cy="1951833"/>
          </a:xfrm>
          <a:prstGeom prst="rect">
            <a:avLst/>
          </a:prstGeom>
          <a:solidFill>
            <a:schemeClr val="accent4">
              <a:lumMod val="75000"/>
            </a:schemeClr>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tlCol="0" vert="horz">
            <a:noAutofit/>
          </a:bodyPr>
          <a:lstStyle/>
          <a:p>
            <a:pPr algn="ctr"/>
            <a:r>
              <a:rPr dirty="0" lang="en-US"/>
              <a:t/>
            </a:r>
            <a:endParaRPr dirty="0" lang="en-US"/>
          </a:p>
        </p:txBody>
      </p:sp>
      <p:sp>
        <p:nvSpPr>
          <p:cNvPr id="3" name="">
            <a:extLst>
              <a:ext uri="{05F34327-BAC0-41F5-B37C-0AC3E2D6B668}">
                <a16:creationId xmlns:a16="http://schemas.microsoft.com/office/drawing/2010/main" id="{E32086F5-4FA0-4BB8-AE82-D9B498B7EE46}"/>
              </a:ext>
            </a:extLst>
          </p:cNvPr>
          <p:cNvSpPr/>
          <p:nvPr/>
        </p:nvSpPr>
        <p:spPr>
          <a:xfrm flipH="false" flipV="false" rot="0">
            <a:off x="0" y="1650901"/>
            <a:ext cx="9144000" cy="1661931"/>
          </a:xfrm>
          <a:prstGeom prst="rect">
            <a:avLst/>
          </a:prstGeom>
          <a:solidFill>
            <a:schemeClr val="bg1"/>
          </a:solidFill>
          <a:ln cap="flat" w="14288">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tlCol="0" vert="horz">
            <a:noAutofit/>
          </a:bodyPr>
          <a:lstStyle/>
          <a:p>
            <a:pPr algn="ctr"/>
            <a:r>
              <a:rPr dirty="0" lang="en-US"/>
              <a:t/>
            </a:r>
            <a:endParaRPr dirty="0" lang="en-US"/>
          </a:p>
        </p:txBody>
      </p:sp>
      <p:sp>
        <p:nvSpPr>
          <p:cNvPr id="4" name="Text Box 3">
            <a:extLst>
              <a:ext uri="{6ADF800C-4FEF-4FBD-9BFC-FD959E16F855}">
                <a16:creationId xmlns:a16="http://schemas.microsoft.com/office/drawing/2010/main" id="{816EC694-2762-407E-B3EE-8505FBAB14BB}"/>
              </a:ext>
            </a:extLst>
          </p:cNvPr>
          <p:cNvSpPr txBox="1"/>
          <p:nvPr/>
        </p:nvSpPr>
        <p:spPr>
          <a:xfrm flipH="false" flipV="false" rot="0">
            <a:off x="1290647" y="2135352"/>
            <a:ext cx="6539112" cy="735168"/>
          </a:xfrm>
          <a:prstGeom prst="rect">
            <a:avLst/>
          </a:prstGeom>
        </p:spPr>
        <p:txBody>
          <a:bodyPr anchor="t" bIns="47625" lIns="95250" rIns="95250" rtlCol="0" tIns="47625" vert="horz">
            <a:spAutoFit/>
          </a:bodyPr>
          <a:lstStyle/>
          <a:p>
            <a:pPr algn="ctr">
              <a:defRPr dirty="0" lang="en-US" sz="1400"/>
            </a:pPr>
            <a:r>
              <a:rPr b="1" dirty="0" lang="en-US" sz="2400">
                <a:latin typeface="montserrat"/>
              </a:rPr>
              <a:t>Messaging to Account Customers</a:t>
            </a:r>
          </a:p>
          <a:p>
            <a:pPr algn="ctr">
              <a:defRPr dirty="0" lang="en-US" sz="1400"/>
            </a:pPr>
            <a:r>
              <a:rPr b="1" dirty="0" lang="en-US" sz="1800">
                <a:solidFill>
                  <a:schemeClr val="accent4"/>
                </a:solidFill>
                <a:latin typeface="montserrat"/>
              </a:rPr>
              <a:t>SMS, Email, QR Code</a:t>
            </a:r>
            <a:endParaRPr b="1" dirty="0" lang="en-US" sz="1800">
              <a:solidFill>
                <a:schemeClr val="accent4"/>
              </a:solidFill>
              <a:latin typeface="montserrat"/>
            </a:endParaRPr>
          </a:p>
        </p:txBody>
      </p:sp>
    </p:spTree>
    <p:extLst>
      <p:ext uri="{6FA1A6F4-6F68-48E5-BA88-8DEAAA940A12}">
        <p14:creationId xmlns:p14="http://schemas.microsoft.com/office/powerpoint/2010/main" val="1785244659684"/>
      </p:ext>
    </p:extLst>
  </p:cSld>
  <p:clrMapOvr>
    <a:masterClrMapping/>
  </p:clrMapOvr>
</p:sld>
</file>

<file path=ppt/slides/slide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6">
            <a:extLst>
              <a:ext uri="{AE5CC1DC-4249-4D52-BE8E-348D481628BA}">
                <a16:creationId xmlns:a16="http://schemas.microsoft.com/office/drawing/2010/main" id="{EA4DFEDC-C556-4C91-A06C-89AC638C8F05}"/>
              </a:ext>
            </a:extLst>
          </p:cNvPr>
          <p:cNvPicPr>
            <a:picLocks noChangeAspect="true"/>
          </p:cNvPicPr>
          <p:nvPr/>
        </p:nvPicPr>
        <p:blipFill>
          <a:blip r:embed="rId2"/>
          <a:srcRect b="0" l="2810" r="0" t="9970"/>
          <a:stretch>
            <a:fillRect/>
          </a:stretch>
        </p:blipFill>
        <p:spPr>
          <a:xfrm flipH="false" flipV="false" rot="0">
            <a:off x="5133746" y="906856"/>
            <a:ext cx="3567865" cy="3265779"/>
          </a:xfrm>
          <a:prstGeom prst="rect">
            <a:avLst/>
          </a:prstGeom>
          <a:noFill/>
          <a:ln cap="flat" w="28575">
            <a:solidFill>
              <a:schemeClr val="tx1"/>
            </a:solidFill>
            <a:prstDash val="solid"/>
            <a:round/>
          </a:ln>
        </p:spPr>
      </p:pic>
      <p:sp>
        <p:nvSpPr>
          <p:cNvPr id="3" name="Text Box 4">
            <a:extLst>
              <a:ext uri="{F2C51AF1-E521-48AC-A3FA-1445DBE2F705}">
                <a16:creationId xmlns:a16="http://schemas.microsoft.com/office/drawing/2010/main" id="{A900DE0E-E48F-479D-B86B-30A5005FE73F}"/>
              </a:ext>
            </a:extLst>
          </p:cNvPr>
          <p:cNvSpPr txBox="1"/>
          <p:nvPr/>
        </p:nvSpPr>
        <p:spPr>
          <a:xfrm flipH="false" flipV="false" rot="0">
            <a:off x="357616" y="208092"/>
            <a:ext cx="8193452" cy="369503"/>
          </a:xfrm>
          <a:prstGeom prst="rect">
            <a:avLst/>
          </a:prstGeom>
        </p:spPr>
        <p:txBody>
          <a:bodyPr anchor="t" bIns="47625" lIns="95250" rIns="95250" rtlCol="0" tIns="47625">
            <a:spAutoFit/>
          </a:bodyPr>
          <a:lstStyle/>
          <a:p>
            <a:pPr>
              <a:defRPr dirty="0" lang="en-US" sz="1400"/>
            </a:pPr>
            <a:r>
              <a:rPr b="1" dirty="0" lang="en-US" sz="1800">
                <a:latin typeface="+mj-lt"/>
              </a:rPr>
              <a:t>Direct Message Flow: Customer </a:t>
            </a:r>
            <a:r>
              <a:rPr b="1" dirty="0" lang="en-US" sz="1800">
                <a:latin typeface="+mj-lt"/>
              </a:rPr>
              <a:t>Direct Email/SMS Message</a:t>
            </a:r>
            <a:r>
              <a:rPr b="1" dirty="0" lang="en-US" sz="1800">
                <a:latin typeface="+mj-lt"/>
              </a:rPr>
              <a:t> Module</a:t>
            </a:r>
            <a:endParaRPr b="1" dirty="0" lang="en-US" sz="1800">
              <a:latin typeface="+mj-lt"/>
            </a:endParaRPr>
          </a:p>
        </p:txBody>
      </p:sp>
      <p:sp>
        <p:nvSpPr>
          <p:cNvPr id="4" name="Text Box 3">
            <a:extLst>
              <a:ext uri="{DFAC167F-8AC8-4A7B-9A4C-A6BF11D0E547}">
                <a16:creationId xmlns:a16="http://schemas.microsoft.com/office/drawing/2010/main" id="{E8FE9292-1F28-40AB-9BCC-E396597E1520}"/>
              </a:ext>
            </a:extLst>
          </p:cNvPr>
          <p:cNvSpPr txBox="1"/>
          <p:nvPr/>
        </p:nvSpPr>
        <p:spPr>
          <a:xfrm flipH="false" flipV="false" rot="0">
            <a:off x="277615" y="3238500"/>
            <a:ext cx="3505638" cy="1228458"/>
          </a:xfrm>
          <a:prstGeom prst="rect">
            <a:avLst/>
          </a:prstGeom>
        </p:spPr>
        <p:txBody>
          <a:bodyPr anchor="t" bIns="47625" lIns="95250" rIns="95250" rtlCol="0" tIns="47625">
            <a:spAutoFit/>
          </a:bodyPr>
          <a:lstStyle/>
          <a:p>
            <a:pPr>
              <a:spcAft>
                <a:spcPts val="525"/>
              </a:spcAft>
              <a:defRPr dirty="0" lang="en-US" sz="1400"/>
            </a:pPr>
            <a:r>
              <a:rPr b="1" dirty="0" lang="en-US" sz="1000" u="sng">
                <a:solidFill>
                  <a:schemeClr val="accent6"/>
                </a:solidFill>
                <a:latin typeface="+mj-lt"/>
              </a:rPr>
              <a:t>Send Message Screen</a:t>
            </a:r>
          </a:p>
          <a:p>
            <a:pPr>
              <a:spcAft>
                <a:spcPts val="450"/>
              </a:spcAft>
              <a:defRPr dirty="0" lang="en-US" sz="1400"/>
            </a:pPr>
            <a:r>
              <a:rPr dirty="0" lang="en-US" sz="1000">
                <a:solidFill>
                  <a:schemeClr val="accent6"/>
                </a:solidFill>
              </a:rPr>
              <a:t>Client has ability to choose accounts associated to their email address to send on behalf of which will show in Contacts Sent Messages Module. Currently phone number is for record purposes only as only email will be sent. SMS log is for messages received from QR code placard only.</a:t>
            </a:r>
            <a:endParaRPr dirty="0" lang="en-US" sz="1000">
              <a:solidFill>
                <a:schemeClr val="accent6"/>
              </a:solidFill>
            </a:endParaRPr>
          </a:p>
        </p:txBody>
      </p:sp>
      <p:sp>
        <p:nvSpPr>
          <p:cNvPr id="5" name="Text Box 6">
            <a:extLst>
              <a:ext uri="{C4C03D28-50D4-4DF8-9AAF-96191A546E52}">
                <a16:creationId xmlns:a16="http://schemas.microsoft.com/office/drawing/2010/main" id="{977F8835-3E3C-4C53-BEEC-22475C09499E}"/>
              </a:ext>
            </a:extLst>
          </p:cNvPr>
          <p:cNvSpPr txBox="1"/>
          <p:nvPr/>
        </p:nvSpPr>
        <p:spPr>
          <a:xfrm flipH="false" flipV="false" rot="0">
            <a:off x="5663898" y="4292346"/>
            <a:ext cx="2866234" cy="619010"/>
          </a:xfrm>
          <a:prstGeom prst="rect">
            <a:avLst/>
          </a:prstGeom>
        </p:spPr>
        <p:txBody>
          <a:bodyPr anchor="t" bIns="47625" lIns="95250" rIns="95250" rtlCol="0" tIns="47625">
            <a:spAutoFit/>
          </a:bodyPr>
          <a:lstStyle/>
          <a:p>
            <a:pPr>
              <a:spcAft>
                <a:spcPts val="525"/>
              </a:spcAft>
              <a:defRPr dirty="0" lang="en-US" sz="1400"/>
            </a:pPr>
            <a:r>
              <a:rPr b="1" dirty="0" lang="en-US" sz="1000" u="sng">
                <a:solidFill>
                  <a:schemeClr val="accent6"/>
                </a:solidFill>
                <a:latin typeface="+mj-lt"/>
              </a:rPr>
              <a:t>Email Screen</a:t>
            </a:r>
          </a:p>
          <a:p>
            <a:pPr>
              <a:spcAft>
                <a:spcPts val="450"/>
              </a:spcAft>
              <a:defRPr dirty="0" lang="en-US" sz="1400"/>
            </a:pPr>
            <a:r>
              <a:rPr dirty="0" lang="en-US" sz="1000">
                <a:solidFill>
                  <a:schemeClr val="accent6"/>
                </a:solidFill>
              </a:rPr>
              <a:t>Customer receives email from LendingClub with link to application</a:t>
            </a:r>
            <a:endParaRPr dirty="0" lang="en-US" sz="1000">
              <a:solidFill>
                <a:schemeClr val="accent6"/>
              </a:solidFill>
            </a:endParaRPr>
          </a:p>
        </p:txBody>
      </p:sp>
      <p:pic>
        <p:nvPicPr>
          <p:cNvPr id="6" name="Image 1">
            <a:extLst>
              <a:ext uri="{EC43F232-D7BD-47AB-9264-E0FAB45B6FEA}">
                <a16:creationId xmlns:a16="http://schemas.microsoft.com/office/drawing/2010/main" id="{8528E61A-110E-4540-8475-FEEC6DD4F0CB}"/>
              </a:ext>
            </a:extLst>
          </p:cNvPr>
          <p:cNvPicPr>
            <a:picLocks noChangeAspect="true"/>
          </p:cNvPicPr>
          <p:nvPr/>
        </p:nvPicPr>
        <p:blipFill>
          <a:blip r:embed="rId3"/>
          <a:stretch>
            <a:fillRect/>
          </a:stretch>
        </p:blipFill>
        <p:spPr>
          <a:xfrm flipH="false" flipV="false" rot="0">
            <a:off x="362816" y="917524"/>
            <a:ext cx="4600384" cy="2061533"/>
          </a:xfrm>
          <a:prstGeom prst="rect">
            <a:avLst/>
          </a:prstGeom>
          <a:noFill/>
          <a:ln cap="flat" w="28575">
            <a:solidFill>
              <a:schemeClr val="tx1"/>
            </a:solidFill>
            <a:prstDash val="solid"/>
            <a:round/>
          </a:ln>
        </p:spPr>
      </p:pic>
      <p:cxnSp>
        <p:nvCxnSpPr>
          <p:cNvPr id="7" name="Connector 20">
            <a:extLst>
              <a:ext uri="{B0DB2877-6541-495C-AF8E-FB2873886454}">
                <a16:creationId xmlns:a16="http://schemas.microsoft.com/office/drawing/2010/main" id="{4F357516-C984-482D-8B76-C7DB40E482E4}"/>
              </a:ext>
            </a:extLst>
          </p:cNvPr>
          <p:cNvCxnSpPr/>
          <p:nvPr/>
        </p:nvCxnSpPr>
        <p:spPr>
          <a:xfrm flipH="true" flipV="false" rot="10800000">
            <a:off x="2383250" y="2251062"/>
            <a:ext cx="3832002" cy="471992"/>
          </a:xfrm>
          <a:prstGeom prst="bentConnector3">
            <a:avLst>
              <a:gd fmla="val 50000" name="adj1"/>
            </a:avLst>
          </a:prstGeom>
          <a:ln cap="flat" w="19050">
            <a:solidFill>
              <a:schemeClr val="accent1">
                <a:lumMod val="75000"/>
              </a:schemeClr>
            </a:solidFill>
            <a:prstDash val="solid"/>
            <a:round/>
            <a:tailEnd len="med" type="arrow" w="med"/>
          </a:ln>
        </p:spPr>
        <p:style>
          <a:lnRef idx="1">
            <a:schemeClr val="accent1"/>
          </a:lnRef>
          <a:fillRef idx="1">
            <a:schemeClr val="accent1"/>
          </a:fillRef>
          <a:effectRef idx="0">
            <a:schemeClr val="accent1"/>
          </a:effectRef>
          <a:fontRef idx="minor">
            <a:srgbClr val="ffffff"/>
          </a:fontRef>
        </p:style>
      </p:cxnSp>
      <p:cxnSp>
        <p:nvCxnSpPr>
          <p:cNvPr id="8" name="Connector 11">
            <a:extLst>
              <a:ext uri="{0CC56DA4-1781-4DDE-BB14-1E582221DC70}">
                <a16:creationId xmlns:a16="http://schemas.microsoft.com/office/drawing/2010/main" id="{484ED83D-853B-46A3-AA72-2B09484ADFB5}"/>
              </a:ext>
            </a:extLst>
          </p:cNvPr>
          <p:cNvCxnSpPr/>
          <p:nvPr/>
        </p:nvCxnSpPr>
        <p:spPr>
          <a:xfrm flipH="true" flipV="false" rot="10800000">
            <a:off x="468553" y="617591"/>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Tree>
    <p:extLst>
      <p:ext uri="{745222F8-A733-48A4-B0E0-0F03313334B2}">
        <p14:creationId xmlns:p14="http://schemas.microsoft.com/office/powerpoint/2010/main" val="1785244659684"/>
      </p:ext>
    </p:extLst>
  </p:cSld>
  <p:clrMapOvr>
    <a:masterClrMapping/>
  </p:clrMapOvr>
</p:sld>
</file>

<file path=ppt/slides/slide1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1">
            <a:extLst>
              <a:ext uri="{34FDF290-51AD-4A7B-8397-053D0AF0FB80}">
                <a16:creationId xmlns:a16="http://schemas.microsoft.com/office/drawing/2010/main" id="{04F4EDA8-8DD7-4E7D-B309-D906B816202A}"/>
              </a:ext>
            </a:extLst>
          </p:cNvPr>
          <p:cNvPicPr>
            <a:picLocks noChangeAspect="true"/>
          </p:cNvPicPr>
          <p:nvPr/>
        </p:nvPicPr>
        <p:blipFill>
          <a:blip r:embed="rId2"/>
          <a:srcRect b="56040" l="0" r="0" t="0"/>
          <a:stretch>
            <a:fillRect/>
          </a:stretch>
        </p:blipFill>
        <p:spPr>
          <a:xfrm flipH="false" flipV="false" rot="0">
            <a:off x="1000125" y="652986"/>
            <a:ext cx="7143750" cy="1070977"/>
          </a:xfrm>
          <a:prstGeom prst="rect">
            <a:avLst/>
          </a:prstGeom>
          <a:noFill/>
          <a:ln cap="flat" w="28575">
            <a:solidFill>
              <a:schemeClr val="tx1"/>
            </a:solidFill>
            <a:prstDash val="solid"/>
            <a:round/>
          </a:ln>
        </p:spPr>
      </p:pic>
      <p:pic>
        <p:nvPicPr>
          <p:cNvPr id="3" name="Image 2">
            <a:extLst>
              <a:ext uri="{B59ACD4D-D480-4C5F-A0A7-92FA583E3181}">
                <a16:creationId xmlns:a16="http://schemas.microsoft.com/office/drawing/2010/main" id="{3A063F0E-6521-434F-8C3B-40255A6F9D97}"/>
              </a:ext>
            </a:extLst>
          </p:cNvPr>
          <p:cNvPicPr>
            <a:picLocks noChangeAspect="true"/>
          </p:cNvPicPr>
          <p:nvPr/>
        </p:nvPicPr>
        <p:blipFill>
          <a:blip r:embed="rId3"/>
          <a:srcRect b="45290" l="0" r="0" t="0"/>
          <a:stretch>
            <a:fillRect/>
          </a:stretch>
        </p:blipFill>
        <p:spPr>
          <a:xfrm flipH="false" flipV="false" rot="0">
            <a:off x="1000125" y="2130933"/>
            <a:ext cx="7143750" cy="1083773"/>
          </a:xfrm>
          <a:prstGeom prst="rect">
            <a:avLst/>
          </a:prstGeom>
          <a:noFill/>
          <a:ln cap="flat" w="28575">
            <a:solidFill>
              <a:schemeClr val="tx1"/>
            </a:solidFill>
            <a:prstDash val="solid"/>
            <a:round/>
          </a:ln>
        </p:spPr>
      </p:pic>
      <p:pic>
        <p:nvPicPr>
          <p:cNvPr id="4" name="Image 3">
            <a:extLst>
              <a:ext uri="{62C03D05-BD5D-4E84-BB43-46DCD08DB48F}">
                <a16:creationId xmlns:a16="http://schemas.microsoft.com/office/drawing/2010/main" id="{3634C355-CFE2-4E4A-990D-742D480C8EC1}"/>
              </a:ext>
            </a:extLst>
          </p:cNvPr>
          <p:cNvPicPr>
            <a:picLocks noChangeAspect="true"/>
          </p:cNvPicPr>
          <p:nvPr/>
        </p:nvPicPr>
        <p:blipFill>
          <a:blip r:embed="rId4"/>
          <a:srcRect b="49560" l="0" r="0" t="0"/>
          <a:stretch>
            <a:fillRect/>
          </a:stretch>
        </p:blipFill>
        <p:spPr>
          <a:xfrm flipH="false" flipV="false" rot="0">
            <a:off x="1000125" y="3642426"/>
            <a:ext cx="7143750" cy="1005050"/>
          </a:xfrm>
          <a:prstGeom prst="rect">
            <a:avLst/>
          </a:prstGeom>
          <a:noFill/>
          <a:ln cap="flat" w="28575">
            <a:solidFill>
              <a:schemeClr val="tx1"/>
            </a:solidFill>
            <a:prstDash val="solid"/>
            <a:round/>
          </a:ln>
        </p:spPr>
      </p:pic>
      <p:sp>
        <p:nvSpPr>
          <p:cNvPr id="5" name="Text Box 4">
            <a:extLst>
              <a:ext uri="{CF7D2898-8F8B-46D8-8E8C-B61FF62AB854}">
                <a16:creationId xmlns:a16="http://schemas.microsoft.com/office/drawing/2010/main" id="{41A20328-EB78-48D1-9904-FF56899CC441}"/>
              </a:ext>
            </a:extLst>
          </p:cNvPr>
          <p:cNvSpPr txBox="1"/>
          <p:nvPr/>
        </p:nvSpPr>
        <p:spPr>
          <a:xfrm flipH="false" flipV="false" rot="0">
            <a:off x="1000125" y="374904"/>
            <a:ext cx="1905000" cy="278082"/>
          </a:xfrm>
          <a:prstGeom prst="rect">
            <a:avLst/>
          </a:prstGeom>
        </p:spPr>
        <p:txBody>
          <a:bodyPr anchor="t" bIns="47625" lIns="95250" rIns="95250" rtlCol="0" tIns="47625">
            <a:spAutoFit/>
          </a:bodyPr>
          <a:lstStyle/>
          <a:p>
            <a:pPr>
              <a:defRPr dirty="0" lang="en-US" sz="1400"/>
            </a:pPr>
            <a:r>
              <a:rPr dirty="0" lang="en-US" sz="1200"/>
              <a:t>Message Sent Status</a:t>
            </a:r>
            <a:endParaRPr dirty="0" lang="en-US" sz="1200"/>
          </a:p>
        </p:txBody>
      </p:sp>
      <p:sp>
        <p:nvSpPr>
          <p:cNvPr id="6" name="Text Box 5">
            <a:extLst>
              <a:ext uri="{B58CE1A8-19EF-4224-9550-AAF23963FBA1}">
                <a16:creationId xmlns:a16="http://schemas.microsoft.com/office/drawing/2010/main" id="{FECDC3EB-0821-4A45-9366-CABC4A58FCC8}"/>
              </a:ext>
            </a:extLst>
          </p:cNvPr>
          <p:cNvSpPr txBox="1"/>
          <p:nvPr/>
        </p:nvSpPr>
        <p:spPr>
          <a:xfrm flipH="false" flipV="false" rot="0">
            <a:off x="1000125" y="1852850"/>
            <a:ext cx="1905000" cy="278082"/>
          </a:xfrm>
          <a:prstGeom prst="rect">
            <a:avLst/>
          </a:prstGeom>
        </p:spPr>
        <p:txBody>
          <a:bodyPr anchor="t" bIns="47625" lIns="95250" rIns="95250" rtlCol="0" tIns="47625">
            <a:spAutoFit/>
          </a:bodyPr>
          <a:lstStyle/>
          <a:p>
            <a:pPr>
              <a:defRPr dirty="0" lang="en-US" sz="1400"/>
            </a:pPr>
            <a:r>
              <a:rPr dirty="0" lang="en-US" sz="1200"/>
              <a:t>Follow Ups Sent</a:t>
            </a:r>
            <a:endParaRPr dirty="0" lang="en-US" sz="1200"/>
          </a:p>
        </p:txBody>
      </p:sp>
      <p:sp>
        <p:nvSpPr>
          <p:cNvPr id="7" name="Text Box 6">
            <a:extLst>
              <a:ext uri="{8FA15481-9822-4454-8EF1-B6C3235AC303}">
                <a16:creationId xmlns:a16="http://schemas.microsoft.com/office/drawing/2010/main" id="{0AE3E99C-8A02-414D-BBB1-FC850C9E9183}"/>
              </a:ext>
            </a:extLst>
          </p:cNvPr>
          <p:cNvSpPr txBox="1"/>
          <p:nvPr/>
        </p:nvSpPr>
        <p:spPr>
          <a:xfrm flipH="false" flipV="false" rot="0">
            <a:off x="1000125" y="3347151"/>
            <a:ext cx="1905000" cy="278082"/>
          </a:xfrm>
          <a:prstGeom prst="rect">
            <a:avLst/>
          </a:prstGeom>
        </p:spPr>
        <p:txBody>
          <a:bodyPr anchor="t" bIns="47625" lIns="95250" rIns="95250" rtlCol="0" tIns="47625">
            <a:spAutoFit/>
          </a:bodyPr>
          <a:lstStyle/>
          <a:p>
            <a:pPr>
              <a:defRPr dirty="0" lang="en-US" sz="1400"/>
            </a:pPr>
            <a:r>
              <a:rPr dirty="0" lang="en-US" sz="1200"/>
              <a:t>Message Limit Reached</a:t>
            </a:r>
            <a:endParaRPr dirty="0" lang="en-US" sz="1200"/>
          </a:p>
        </p:txBody>
      </p:sp>
    </p:spTree>
    <p:extLst>
      <p:ext uri="{C378ED06-2803-496B-9FD2-B91607654AB5}">
        <p14:creationId xmlns:p14="http://schemas.microsoft.com/office/powerpoint/2010/main" val="1785244659685"/>
      </p:ext>
    </p:extLst>
  </p:cSld>
  <p:clrMapOvr>
    <a:masterClrMapping/>
  </p:clrMapOvr>
</p:sld>
</file>

<file path=ppt/slides/slide1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1">
            <a:extLst>
              <a:ext uri="{3C732704-9E5C-41E1-BDE8-EBA254C7155A}">
                <a16:creationId xmlns:a16="http://schemas.microsoft.com/office/drawing/2010/main" id="{253BCD7A-8817-449C-AC92-D451A6382667}"/>
              </a:ext>
            </a:extLst>
          </p:cNvPr>
          <p:cNvPicPr>
            <a:picLocks noChangeAspect="true"/>
          </p:cNvPicPr>
          <p:nvPr/>
        </p:nvPicPr>
        <p:blipFill>
          <a:blip r:embed="rId2"/>
          <a:stretch>
            <a:fillRect/>
          </a:stretch>
        </p:blipFill>
        <p:spPr>
          <a:xfrm flipH="false" flipV="false" rot="0">
            <a:off x="3397291" y="1102347"/>
            <a:ext cx="1923564" cy="3900554"/>
          </a:xfrm>
          <a:prstGeom prst="rect">
            <a:avLst/>
          </a:prstGeom>
          <a:noFill/>
        </p:spPr>
      </p:pic>
      <p:pic>
        <p:nvPicPr>
          <p:cNvPr id="3" name="Image 2">
            <a:extLst>
              <a:ext uri="{6A81C8A0-BA78-48A6-BFAD-117034085639}">
                <a16:creationId xmlns:a16="http://schemas.microsoft.com/office/drawing/2010/main" id="{21E90D23-32E9-40B4-BBC2-2D2FDB712FCC}"/>
              </a:ext>
            </a:extLst>
          </p:cNvPr>
          <p:cNvPicPr>
            <a:picLocks noChangeAspect="true"/>
          </p:cNvPicPr>
          <p:nvPr/>
        </p:nvPicPr>
        <p:blipFill>
          <a:blip r:embed="rId3"/>
          <a:stretch>
            <a:fillRect/>
          </a:stretch>
        </p:blipFill>
        <p:spPr>
          <a:xfrm flipH="false" flipV="false" rot="0">
            <a:off x="6305169" y="1530105"/>
            <a:ext cx="2643492" cy="2083289"/>
          </a:xfrm>
          <a:prstGeom prst="rect">
            <a:avLst/>
          </a:prstGeom>
          <a:noFill/>
          <a:ln cap="flat" w="28575">
            <a:solidFill>
              <a:schemeClr val="tx1"/>
            </a:solidFill>
            <a:prstDash val="solid"/>
            <a:round/>
          </a:ln>
        </p:spPr>
      </p:pic>
      <p:sp>
        <p:nvSpPr>
          <p:cNvPr id="4" name="Arrow 3">
            <a:extLst>
              <a:ext uri="{707B8994-6553-4157-BD91-276FC49D74A8}">
                <a16:creationId xmlns:a16="http://schemas.microsoft.com/office/drawing/2010/main" id="{69D086D2-10E4-442E-8976-99CEB2FE7CCC}"/>
              </a:ext>
            </a:extLst>
          </p:cNvPr>
          <p:cNvSpPr/>
          <p:nvPr/>
        </p:nvSpPr>
        <p:spPr>
          <a:xfrm flipH="false" flipV="false" rot="0">
            <a:off x="5554522" y="2426770"/>
            <a:ext cx="537714" cy="289969"/>
          </a:xfrm>
          <a:prstGeom prst="rightArrow">
            <a:avLst>
              <a:gd fmla="val 50000" name="adj1"/>
              <a:gd fmla="val 69704" name="adj2"/>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5" name="Arrow 5">
            <a:extLst>
              <a:ext uri="{144CF03E-7455-4644-9D4B-406B4458BA17}">
                <a16:creationId xmlns:a16="http://schemas.microsoft.com/office/drawing/2010/main" id="{64F4E41A-91F8-4DF7-A254-39528F9D188A}"/>
              </a:ext>
            </a:extLst>
          </p:cNvPr>
          <p:cNvSpPr/>
          <p:nvPr/>
        </p:nvSpPr>
        <p:spPr>
          <a:xfrm flipH="false" flipV="false" rot="0">
            <a:off x="2646645" y="2426770"/>
            <a:ext cx="537714" cy="289969"/>
          </a:xfrm>
          <a:prstGeom prst="rightArrow">
            <a:avLst>
              <a:gd fmla="val 50000" name="adj1"/>
              <a:gd fmla="val 69704" name="adj2"/>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pic>
        <p:nvPicPr>
          <p:cNvPr id="6" name="Image 6">
            <a:extLst>
              <a:ext uri="{EDA25ADD-E4EF-43AE-99DF-900D909F1311}">
                <a16:creationId xmlns:a16="http://schemas.microsoft.com/office/drawing/2010/main" id="{A1DD5217-AEC2-4C9A-8037-A3E44DF9CE92}"/>
              </a:ext>
            </a:extLst>
          </p:cNvPr>
          <p:cNvPicPr>
            <a:picLocks noChangeAspect="true"/>
          </p:cNvPicPr>
          <p:nvPr/>
        </p:nvPicPr>
        <p:blipFill>
          <a:blip r:embed="rId4"/>
          <a:stretch>
            <a:fillRect/>
          </a:stretch>
        </p:blipFill>
        <p:spPr>
          <a:xfrm flipH="false" flipV="false" rot="0">
            <a:off x="350062" y="1883454"/>
            <a:ext cx="2172490" cy="2811227"/>
          </a:xfrm>
          <a:prstGeom prst="rect">
            <a:avLst/>
          </a:prstGeom>
          <a:noFill/>
        </p:spPr>
      </p:pic>
      <p:sp>
        <p:nvSpPr>
          <p:cNvPr id="7" name="Text Box 7">
            <a:extLst>
              <a:ext uri="{F0D6E60C-009C-401A-BD46-792632AA9E4E}">
                <a16:creationId xmlns:a16="http://schemas.microsoft.com/office/drawing/2010/main" id="{3D93C867-FDC1-4477-A641-E02DE57A25C0}"/>
              </a:ext>
            </a:extLst>
          </p:cNvPr>
          <p:cNvSpPr txBox="1"/>
          <p:nvPr/>
        </p:nvSpPr>
        <p:spPr>
          <a:xfrm flipH="false" flipV="false" rot="0">
            <a:off x="468553" y="887339"/>
            <a:ext cx="2319690" cy="996115"/>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Open Sans"/>
              </a:defRPr>
            </a:pPr>
            <a:r>
              <a:rPr b="1" dirty="0" lang="en-US" sz="800" u="sng">
                <a:solidFill>
                  <a:schemeClr val="tx1"/>
                </a:solidFill>
                <a:latin typeface="Open Sans"/>
              </a:rPr>
              <a:t>1. Signage in Account Offices</a:t>
            </a:r>
          </a:p>
          <a:p>
            <a:pPr algn="l" rtl="false">
              <a:lnSpc>
                <a:spcPct val="100000"/>
              </a:lnSpc>
              <a:spcBef>
                <a:spcPts val="0"/>
              </a:spcBef>
              <a:spcAft>
                <a:spcPts val="0"/>
              </a:spcAft>
              <a:defRPr dirty="0" lang="en-US" sz="1400">
                <a:solidFill>
                  <a:schemeClr val="tx1"/>
                </a:solidFill>
                <a:latin typeface="Open Sans"/>
              </a:defRPr>
            </a:pPr>
            <a:r>
              <a:rPr b="1" dirty="0" lang="en-US" sz="800" u="sng">
                <a:solidFill>
                  <a:schemeClr val="tx1"/>
                </a:solidFill>
                <a:latin typeface="Open Sans"/>
              </a:rPr>
              <a:t/>
            </a:r>
          </a:p>
          <a:p>
            <a:pPr algn="l" rtl="false">
              <a:lnSpc>
                <a:spcPct val="100000"/>
              </a:lnSpc>
              <a:spcBef>
                <a:spcPts val="0"/>
              </a:spcBef>
              <a:spcAft>
                <a:spcPts val="0"/>
              </a:spcAft>
              <a:defRPr dirty="0" lang="en-US" sz="1400">
                <a:solidFill>
                  <a:schemeClr val="tx1"/>
                </a:solidFill>
                <a:latin typeface="Open Sans"/>
              </a:defRPr>
            </a:pPr>
            <a:r>
              <a:rPr dirty="0" lang="en-US" sz="800">
                <a:solidFill>
                  <a:schemeClr val="tx1"/>
                </a:solidFill>
                <a:latin typeface="Open Sans"/>
              </a:rPr>
              <a:t>Signage is displayed in Lending Club "Account" offices giving patients options to </a:t>
            </a:r>
            <a:r>
              <a:rPr b="1" dirty="0" lang="en-US" sz="800">
                <a:solidFill>
                  <a:schemeClr val="tx1"/>
                </a:solidFill>
                <a:latin typeface="Open Sans"/>
              </a:rPr>
              <a:t>scan</a:t>
            </a:r>
            <a:r>
              <a:rPr dirty="0" lang="en-US" sz="800">
                <a:solidFill>
                  <a:schemeClr val="tx1"/>
                </a:solidFill>
                <a:latin typeface="Open Sans"/>
              </a:rPr>
              <a:t> the QR code or </a:t>
            </a:r>
            <a:r>
              <a:rPr b="1" dirty="0" lang="en-US" sz="800">
                <a:solidFill>
                  <a:schemeClr val="tx1"/>
                </a:solidFill>
                <a:latin typeface="Open Sans"/>
              </a:rPr>
              <a:t>text</a:t>
            </a:r>
            <a:r>
              <a:rPr dirty="0" lang="en-US" sz="800">
                <a:solidFill>
                  <a:schemeClr val="tx1"/>
                </a:solidFill>
                <a:latin typeface="Open Sans"/>
              </a:rPr>
              <a:t> "Client_ID" to receive patient </a:t>
            </a:r>
            <a:r>
              <a:rPr dirty="0" lang="en-US" sz="800">
                <a:solidFill>
                  <a:schemeClr val="tx1"/>
                </a:solidFill>
                <a:latin typeface="Open Sans"/>
              </a:rPr>
              <a:t>financing</a:t>
            </a:r>
            <a:r>
              <a:rPr dirty="0" lang="en-US" sz="800">
                <a:solidFill>
                  <a:schemeClr val="tx1"/>
                </a:solidFill>
                <a:latin typeface="Open Sans"/>
              </a:rPr>
              <a:t> application link.</a:t>
            </a:r>
            <a:endParaRPr dirty="0" lang="en-US" sz="800">
              <a:solidFill>
                <a:schemeClr val="tx1"/>
              </a:solidFill>
              <a:latin typeface="Open Sans"/>
            </a:endParaRPr>
          </a:p>
        </p:txBody>
      </p:sp>
      <p:sp>
        <p:nvSpPr>
          <p:cNvPr id="8" name="Text Box 8">
            <a:extLst>
              <a:ext uri="{58CFD300-5693-4721-BB53-9CF843E60275}">
                <a16:creationId xmlns:a16="http://schemas.microsoft.com/office/drawing/2010/main" id="{13CFA827-0A79-4660-A010-0BD04831BD5A}"/>
              </a:ext>
            </a:extLst>
          </p:cNvPr>
          <p:cNvSpPr txBox="1"/>
          <p:nvPr/>
        </p:nvSpPr>
        <p:spPr>
          <a:xfrm flipH="false" flipV="false" rot="0">
            <a:off x="3310547" y="144903"/>
            <a:ext cx="2782195" cy="730881"/>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Open Sans"/>
              </a:defRPr>
            </a:pPr>
            <a:r>
              <a:rPr b="1" dirty="0" lang="en-US" sz="800" u="sng">
                <a:solidFill>
                  <a:schemeClr val="tx1"/>
                </a:solidFill>
                <a:latin typeface="Open Sans"/>
              </a:rPr>
              <a:t>2. SMS Shortcode</a:t>
            </a:r>
          </a:p>
          <a:p>
            <a:pPr algn="l" rtl="false">
              <a:lnSpc>
                <a:spcPct val="100000"/>
              </a:lnSpc>
              <a:spcBef>
                <a:spcPts val="0"/>
              </a:spcBef>
              <a:spcAft>
                <a:spcPts val="0"/>
              </a:spcAft>
              <a:defRPr dirty="0" lang="en-US" sz="1400">
                <a:solidFill>
                  <a:schemeClr val="tx1"/>
                </a:solidFill>
                <a:latin typeface="Open Sans"/>
              </a:defRPr>
            </a:pPr>
            <a:r>
              <a:rPr b="1" dirty="0" lang="en-US" sz="800" u="sng">
                <a:solidFill>
                  <a:schemeClr val="tx1"/>
                </a:solidFill>
                <a:latin typeface="Open Sans"/>
              </a:rPr>
              <a:t/>
            </a:r>
          </a:p>
          <a:p>
            <a:pPr algn="l" rtl="false">
              <a:lnSpc>
                <a:spcPct val="100000"/>
              </a:lnSpc>
              <a:spcBef>
                <a:spcPts val="0"/>
              </a:spcBef>
              <a:spcAft>
                <a:spcPts val="0"/>
              </a:spcAft>
              <a:defRPr dirty="0" lang="en-US" sz="1400">
                <a:solidFill>
                  <a:schemeClr val="tx1"/>
                </a:solidFill>
                <a:latin typeface="Open Sans"/>
              </a:defRPr>
            </a:pPr>
            <a:r>
              <a:rPr dirty="0" lang="en-US" sz="800">
                <a:solidFill>
                  <a:schemeClr val="tx1"/>
                </a:solidFill>
                <a:latin typeface="Open Sans"/>
              </a:rPr>
              <a:t>Upon texting </a:t>
            </a:r>
            <a:r>
              <a:rPr dirty="0" lang="en-US" sz="800">
                <a:solidFill>
                  <a:schemeClr val="tx1"/>
                </a:solidFill>
                <a:latin typeface="Open Sans"/>
              </a:rPr>
              <a:t>short-code to Lending Club number, patient receives double opt-in message and if accepting by typing YES receives the Lending Club SMS with the application </a:t>
            </a:r>
            <a:r>
              <a:rPr dirty="0" lang="en-US" sz="800">
                <a:solidFill>
                  <a:schemeClr val="tx1"/>
                </a:solidFill>
                <a:latin typeface="Open Sans"/>
              </a:rPr>
              <a:t>URL</a:t>
            </a:r>
          </a:p>
          <a:p>
            <a:pPr algn="l" rtl="false">
              <a:lnSpc>
                <a:spcPct val="100000"/>
              </a:lnSpc>
              <a:spcBef>
                <a:spcPts val="0"/>
              </a:spcBef>
              <a:spcAft>
                <a:spcPts val="0"/>
              </a:spcAft>
              <a:defRPr dirty="0" lang="en-US" sz="1400">
                <a:solidFill>
                  <a:schemeClr val="tx1"/>
                </a:solidFill>
                <a:latin typeface="Open Sans"/>
              </a:defRPr>
            </a:pPr>
            <a:r>
              <a:rPr dirty="0" lang="en-US" sz="800">
                <a:solidFill>
                  <a:schemeClr val="tx1"/>
                </a:solidFill>
                <a:latin typeface="Open Sans"/>
              </a:rPr>
              <a:t> </a:t>
            </a:r>
            <a:endParaRPr dirty="0" lang="en-US" sz="800">
              <a:solidFill>
                <a:schemeClr val="tx1"/>
              </a:solidFill>
              <a:latin typeface="Open Sans"/>
            </a:endParaRPr>
          </a:p>
        </p:txBody>
      </p:sp>
      <p:sp>
        <p:nvSpPr>
          <p:cNvPr id="9" name="Text Box 9">
            <a:extLst>
              <a:ext uri="{D7E6C402-64AB-4E28-95AD-B8D25F9D3DF9}">
                <a16:creationId xmlns:a16="http://schemas.microsoft.com/office/drawing/2010/main" id="{55621F1C-17B0-4673-BE70-F1D020C89CC7}"/>
              </a:ext>
            </a:extLst>
          </p:cNvPr>
          <p:cNvSpPr txBox="1"/>
          <p:nvPr/>
        </p:nvSpPr>
        <p:spPr>
          <a:xfrm flipH="false" flipV="false" rot="0">
            <a:off x="6256544" y="571976"/>
            <a:ext cx="2782195" cy="730881"/>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Open Sans"/>
              </a:defRPr>
            </a:pPr>
            <a:r>
              <a:rPr b="1" dirty="0" lang="en-US" sz="800" u="sng">
                <a:solidFill>
                  <a:schemeClr val="tx1"/>
                </a:solidFill>
                <a:latin typeface="Open Sans"/>
              </a:rPr>
              <a:t>SMS </a:t>
            </a:r>
            <a:r>
              <a:rPr b="1" dirty="0" lang="en-US" sz="800" u="sng">
                <a:solidFill>
                  <a:schemeClr val="tx1"/>
                </a:solidFill>
                <a:latin typeface="Open Sans"/>
              </a:rPr>
              <a:t>Link Redirect to Landing Page</a:t>
            </a:r>
          </a:p>
          <a:p>
            <a:pPr algn="l" rtl="false">
              <a:lnSpc>
                <a:spcPct val="100000"/>
              </a:lnSpc>
              <a:spcBef>
                <a:spcPts val="0"/>
              </a:spcBef>
              <a:spcAft>
                <a:spcPts val="0"/>
              </a:spcAft>
              <a:defRPr dirty="0" lang="en-US" sz="1400">
                <a:solidFill>
                  <a:schemeClr val="tx1"/>
                </a:solidFill>
                <a:latin typeface="Open Sans"/>
              </a:defRPr>
            </a:pPr>
            <a:r>
              <a:rPr b="1" dirty="0" lang="en-US" sz="800" u="sng">
                <a:solidFill>
                  <a:schemeClr val="tx1"/>
                </a:solidFill>
                <a:latin typeface="Open Sans"/>
              </a:rPr>
              <a:t/>
            </a:r>
          </a:p>
          <a:p>
            <a:pPr algn="l" rtl="false">
              <a:lnSpc>
                <a:spcPct val="100000"/>
              </a:lnSpc>
              <a:spcBef>
                <a:spcPts val="0"/>
              </a:spcBef>
              <a:spcAft>
                <a:spcPts val="0"/>
              </a:spcAft>
              <a:defRPr dirty="0" lang="en-US" sz="1400">
                <a:solidFill>
                  <a:schemeClr val="tx1"/>
                </a:solidFill>
                <a:latin typeface="Open Sans"/>
              </a:defRPr>
            </a:pPr>
            <a:r>
              <a:rPr dirty="0" lang="en-US" sz="800">
                <a:solidFill>
                  <a:schemeClr val="tx1"/>
                </a:solidFill>
                <a:latin typeface="Open Sans"/>
              </a:rPr>
              <a:t>Patient Arrives at </a:t>
            </a:r>
            <a:r>
              <a:rPr dirty="0" err="1" lang="en-US" sz="800">
                <a:solidFill>
                  <a:schemeClr val="tx1"/>
                </a:solidFill>
                <a:latin typeface="Open Sans"/>
              </a:rPr>
              <a:t>LendingClub</a:t>
            </a:r>
            <a:r>
              <a:rPr dirty="0" lang="en-US" sz="800">
                <a:solidFill>
                  <a:schemeClr val="tx1"/>
                </a:solidFill>
                <a:latin typeface="Open Sans"/>
              </a:rPr>
              <a:t> page based on relevant "Client_ID".</a:t>
            </a:r>
            <a:endParaRPr dirty="0" lang="en-US" sz="800">
              <a:solidFill>
                <a:schemeClr val="tx1"/>
              </a:solidFill>
              <a:latin typeface="Open Sans"/>
            </a:endParaRPr>
          </a:p>
        </p:txBody>
      </p:sp>
      <p:sp>
        <p:nvSpPr>
          <p:cNvPr id="10" name="Text Box 10">
            <a:extLst>
              <a:ext uri="{13AF8C3D-D300-4863-8E1D-61F093B293A0}">
                <a16:creationId xmlns:a16="http://schemas.microsoft.com/office/drawing/2010/main" id="{7FA4F315-A9A4-4107-AC2C-6A12C674C7F1}"/>
              </a:ext>
            </a:extLst>
          </p:cNvPr>
          <p:cNvSpPr txBox="1"/>
          <p:nvPr/>
        </p:nvSpPr>
        <p:spPr>
          <a:xfrm flipH="false" flipV="false" rot="0">
            <a:off x="6195593" y="4040743"/>
            <a:ext cx="2710824" cy="808367"/>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Open Sans"/>
              </a:defRPr>
            </a:pPr>
            <a:r>
              <a:rPr b="1" dirty="0" lang="en-US" sz="800">
                <a:solidFill>
                  <a:schemeClr val="tx1"/>
                </a:solidFill>
                <a:latin typeface="Open Sans"/>
              </a:rPr>
              <a:t>Notes: </a:t>
            </a:r>
            <a:r>
              <a:rPr dirty="0" lang="en-US" sz="800">
                <a:solidFill>
                  <a:schemeClr val="tx1"/>
                </a:solidFill>
                <a:latin typeface="Open Sans"/>
              </a:rPr>
              <a:t>Patient initiates text conversation based on instruction from </a:t>
            </a:r>
            <a:r>
              <a:rPr dirty="0" lang="en-US" sz="800">
                <a:solidFill>
                  <a:schemeClr val="tx1"/>
                </a:solidFill>
                <a:latin typeface="Open Sans"/>
              </a:rPr>
              <a:t>placard</a:t>
            </a:r>
            <a:r>
              <a:rPr dirty="0" lang="en-US" sz="800">
                <a:solidFill>
                  <a:schemeClr val="tx1"/>
                </a:solidFill>
                <a:latin typeface="Open Sans"/>
              </a:rPr>
              <a:t> signage below. Upon initiating the message and opting in, they receive a link. This ends the conversation and no marketing or additional messages are sent.</a:t>
            </a:r>
            <a:endParaRPr dirty="0" lang="en-US" sz="800">
              <a:solidFill>
                <a:schemeClr val="tx1"/>
              </a:solidFill>
              <a:latin typeface="Open Sans"/>
            </a:endParaRPr>
          </a:p>
        </p:txBody>
      </p:sp>
      <p:sp>
        <p:nvSpPr>
          <p:cNvPr id="11" name="Text Box 4">
            <a:extLst>
              <a:ext uri="{922DFD88-6A7B-4C36-99EA-9189D2334FAD}">
                <a16:creationId xmlns:a16="http://schemas.microsoft.com/office/drawing/2010/main" id="{6C8F4BFA-4974-4D14-BACC-F52958F72010}"/>
              </a:ext>
            </a:extLst>
          </p:cNvPr>
          <p:cNvSpPr txBox="1"/>
          <p:nvPr/>
        </p:nvSpPr>
        <p:spPr>
          <a:xfrm flipH="false" flipV="false" rot="0">
            <a:off x="350062" y="180975"/>
            <a:ext cx="1861137" cy="369503"/>
          </a:xfrm>
          <a:prstGeom prst="rect">
            <a:avLst/>
          </a:prstGeom>
        </p:spPr>
        <p:txBody>
          <a:bodyPr anchor="t" bIns="47625" lIns="95250" rIns="95250" rtlCol="0" tIns="47625">
            <a:spAutoFit/>
          </a:bodyPr>
          <a:lstStyle/>
          <a:p>
            <a:pPr>
              <a:defRPr dirty="0" lang="en-US" sz="1400"/>
            </a:pPr>
            <a:r>
              <a:rPr b="1" dirty="0" err="1" lang="en-US" sz="1800">
                <a:latin typeface="+mj-lt"/>
              </a:rPr>
              <a:t>SMS/</a:t>
            </a:r>
            <a:r>
              <a:rPr b="1" dirty="0" err="1" lang="en-US" sz="1800">
                <a:latin typeface="+mj-lt"/>
              </a:rPr>
              <a:t>QR</a:t>
            </a:r>
            <a:r>
              <a:rPr b="1" dirty="0" err="1" lang="en-US" sz="1800">
                <a:latin typeface="+mj-lt"/>
              </a:rPr>
              <a:t> Flow</a:t>
            </a:r>
            <a:endParaRPr b="1" dirty="0" err="1" lang="en-US" sz="1800">
              <a:latin typeface="+mj-lt"/>
            </a:endParaRPr>
          </a:p>
        </p:txBody>
      </p:sp>
      <p:cxnSp>
        <p:nvCxnSpPr>
          <p:cNvPr id="12" name="Connector 11">
            <a:extLst>
              <a:ext uri="{AB363DD1-4B60-4ECF-9E9A-7A87E34C7F71}">
                <a16:creationId xmlns:a16="http://schemas.microsoft.com/office/drawing/2010/main" id="{3E8795B7-24BC-4C7D-B2FD-C4E31D09615E}"/>
              </a:ext>
            </a:extLst>
          </p:cNvPr>
          <p:cNvCxnSpPr/>
          <p:nvPr/>
        </p:nvCxnSpPr>
        <p:spPr>
          <a:xfrm flipH="true" flipV="false" rot="10800000">
            <a:off x="468553" y="609600"/>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Tree>
    <p:extLst>
      <p:ext uri="{F885919D-2F33-442F-BDC1-D3230D34051A}">
        <p14:creationId xmlns:p14="http://schemas.microsoft.com/office/powerpoint/2010/main" val="1785244659686"/>
      </p:ext>
    </p:extLst>
  </p:cSld>
  <p:clrMapOvr>
    <a:masterClrMapping/>
  </p:clrMapOvr>
</p:sld>
</file>

<file path=ppt/slides/slide1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slide3">
    <p:bg>
      <p:bgPr>
        <a:solidFill>
          <a:schemeClr val="phClr"/>
        </a:solidFill>
        <a:effectLst/>
      </p:bgPr>
    </p:bg>
    <p:spTree>
      <p:nvGrpSpPr>
        <p:cNvPr id="1" name=""/>
        <p:cNvGrpSpPr/>
        <p:nvPr/>
      </p:nvGrpSpPr>
      <p:grpSpPr>
        <a:xfrm>
          <a:off x="0" y="0"/>
          <a:ext cx="0" cy="0"/>
          <a:chOff x="0" y="0"/>
          <a:chExt cx="0" cy="0"/>
        </a:xfrm>
      </p:grpSpPr>
      <p:sp>
        <p:nvSpPr>
          <p:cNvPr id="2" name="">
            <a:extLst>
              <a:ext uri="{44F950BD-20A0-49D1-8618-CE1629E09F2D}">
                <a16:creationId xmlns:a16="http://schemas.microsoft.com/office/drawing/2010/main" id="{41442B9F-9D64-4E0A-B91A-AA749BC10C6E}"/>
              </a:ext>
            </a:extLst>
          </p:cNvPr>
          <p:cNvSpPr/>
          <p:nvPr/>
        </p:nvSpPr>
        <p:spPr>
          <a:xfrm flipH="false" flipV="false" rot="0">
            <a:off x="-7591" y="1512884"/>
            <a:ext cx="9144000" cy="1951833"/>
          </a:xfrm>
          <a:prstGeom prst="rect">
            <a:avLst/>
          </a:prstGeom>
          <a:solidFill>
            <a:schemeClr val="accent4">
              <a:lumMod val="75000"/>
            </a:schemeClr>
          </a:solidFill>
          <a:ln>
            <a:noFill/>
          </a:ln>
          <a:effectLst/>
        </p:spPr>
        <p:style>
          <a:lnRef idx="1">
            <a:schemeClr val="accent1">
              <a:shade val="50000"/>
            </a:schemeClr>
          </a:lnRef>
          <a:fillRef idx="1">
            <a:schemeClr val="accent1"/>
          </a:fillRef>
          <a:effectRef idx="0">
            <a:schemeClr val="accent1"/>
          </a:effectRef>
          <a:fontRef idx="minor">
            <a:srgbClr val="ffffff"/>
          </a:fontRef>
        </p:style>
        <p:txBody>
          <a:bodyPr anchor="ctr" rtlCol="0" vert="horz">
            <a:noAutofit/>
          </a:bodyPr>
          <a:lstStyle/>
          <a:p>
            <a:pPr algn="ctr"/>
            <a:r>
              <a:rPr dirty="0" lang="en-US"/>
              <a:t/>
            </a:r>
            <a:endParaRPr dirty="0" lang="en-US"/>
          </a:p>
        </p:txBody>
      </p:sp>
      <p:sp>
        <p:nvSpPr>
          <p:cNvPr id="3" name="">
            <a:extLst>
              <a:ext uri="{EBD19FE6-4D77-4705-ADF2-70E471650A38}">
                <a16:creationId xmlns:a16="http://schemas.microsoft.com/office/drawing/2010/main" id="{C1FE8AC6-0A19-4EDB-99B9-7C89674F564D}"/>
              </a:ext>
            </a:extLst>
          </p:cNvPr>
          <p:cNvSpPr/>
          <p:nvPr/>
        </p:nvSpPr>
        <p:spPr>
          <a:xfrm flipH="false" flipV="false" rot="0">
            <a:off x="0" y="1650901"/>
            <a:ext cx="9144000" cy="1661931"/>
          </a:xfrm>
          <a:prstGeom prst="rect">
            <a:avLst/>
          </a:prstGeom>
          <a:solidFill>
            <a:schemeClr val="bg1"/>
          </a:solidFill>
          <a:ln cap="flat" w="14288">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tlCol="0" vert="horz">
            <a:noAutofit/>
          </a:bodyPr>
          <a:lstStyle/>
          <a:p>
            <a:pPr algn="ctr"/>
            <a:r>
              <a:rPr dirty="0" lang="en-US"/>
              <a:t/>
            </a:r>
            <a:endParaRPr dirty="0" lang="en-US"/>
          </a:p>
        </p:txBody>
      </p:sp>
      <p:sp>
        <p:nvSpPr>
          <p:cNvPr id="4" name="Text Box 3">
            <a:extLst>
              <a:ext uri="{686372BA-F0AD-4185-9CBB-FD75A05E15E8}">
                <a16:creationId xmlns:a16="http://schemas.microsoft.com/office/drawing/2010/main" id="{2783AF01-4986-47A9-9E5F-DBF65E3FA25F}"/>
              </a:ext>
            </a:extLst>
          </p:cNvPr>
          <p:cNvSpPr txBox="1"/>
          <p:nvPr/>
        </p:nvSpPr>
        <p:spPr>
          <a:xfrm flipH="false" flipV="false" rot="0">
            <a:off x="1298648" y="2251405"/>
            <a:ext cx="6539112" cy="460914"/>
          </a:xfrm>
          <a:prstGeom prst="rect">
            <a:avLst/>
          </a:prstGeom>
        </p:spPr>
        <p:txBody>
          <a:bodyPr anchor="t" bIns="47625" lIns="95250" rIns="95250" rtlCol="0" tIns="47625" vert="horz">
            <a:spAutoFit/>
          </a:bodyPr>
          <a:lstStyle/>
          <a:p>
            <a:pPr algn="ctr">
              <a:defRPr dirty="0" lang="en-US" sz="1400"/>
            </a:pPr>
            <a:r>
              <a:rPr b="1" dirty="0" err="1" lang="en-US" sz="2400">
                <a:latin typeface="montserrat"/>
              </a:rPr>
              <a:t>Program Performance and Reporting</a:t>
            </a:r>
            <a:endParaRPr b="1" dirty="0" err="1" lang="en-US" sz="2400">
              <a:latin typeface="montserrat"/>
            </a:endParaRPr>
          </a:p>
        </p:txBody>
      </p:sp>
    </p:spTree>
    <p:extLst>
      <p:ext uri="{4B1EF025-2CB5-44C1-B345-6D3B0B0CB832}">
        <p14:creationId xmlns:p14="http://schemas.microsoft.com/office/powerpoint/2010/main" val="1785244659687"/>
      </p:ext>
    </p:extLst>
  </p:cSld>
  <p:clrMapOvr>
    <a:masterClrMapping/>
  </p:clrMapOvr>
</p:sld>
</file>

<file path=ppt/slides/slide1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Box 1">
            <a:extLst>
              <a:ext uri="{DA2B375E-0438-41D2-936D-ABC8F6BBE7B2}">
                <a16:creationId xmlns:a16="http://schemas.microsoft.com/office/drawing/2010/main" id="{83C4DC8B-D69F-4E01-8773-B14BD2C1C2AF}"/>
              </a:ext>
            </a:extLst>
          </p:cNvPr>
          <p:cNvSpPr txBox="1"/>
          <p:nvPr/>
        </p:nvSpPr>
        <p:spPr>
          <a:xfrm flipH="false" flipV="false" rot="0">
            <a:off x="241744" y="847839"/>
            <a:ext cx="8346148" cy="871804"/>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Open Sans"/>
              </a:defRPr>
            </a:pPr>
            <a:r>
              <a:rPr b="1" dirty="0" lang="en-US" sz="1200">
                <a:solidFill>
                  <a:schemeClr val="tx1"/>
                </a:solidFill>
                <a:latin typeface="Zoho Puvi"/>
              </a:rPr>
              <a:t>1. Patient Emailed from Portal: </a:t>
            </a:r>
            <a:r>
              <a:rPr b="0" dirty="0" lang="en-US" sz="1200">
                <a:solidFill>
                  <a:schemeClr val="tx1"/>
                </a:solidFill>
                <a:latin typeface="Zoho Puvi"/>
              </a:rPr>
              <a:t>If a customer is emailed the </a:t>
            </a:r>
            <a:r>
              <a:rPr b="0" dirty="0" lang="en-US" sz="1200">
                <a:solidFill>
                  <a:schemeClr val="tx1"/>
                </a:solidFill>
                <a:latin typeface="Zoho Puvi"/>
              </a:rPr>
              <a:t>lendingclub</a:t>
            </a:r>
            <a:r>
              <a:rPr b="0" dirty="0" lang="en-US" sz="1200">
                <a:solidFill>
                  <a:schemeClr val="tx1"/>
                </a:solidFill>
                <a:latin typeface="Zoho Puvi"/>
              </a:rPr>
              <a:t> link from the client portal, they will get added to the Notified Patients Report in Zoho Creator App. Here will list the information originally entered in the "Direct message" screen along with  a status and user driven follow up option. The follow up should have a max limit of 1 follow-up attempt and then the button should be grayed out/disabled.</a:t>
            </a:r>
            <a:br>
              <a:rPr b="0" dirty="0" lang="en-US" sz="1200">
                <a:solidFill>
                  <a:schemeClr val="tx1"/>
                </a:solidFill>
                <a:latin typeface="Zoho Puvi"/>
              </a:rPr>
            </a:br>
          </a:p>
          <a:p>
            <a:pPr algn="l" rtl="false">
              <a:lnSpc>
                <a:spcPct val="100000"/>
              </a:lnSpc>
              <a:spcBef>
                <a:spcPts val="0"/>
              </a:spcBef>
              <a:spcAft>
                <a:spcPts val="0"/>
              </a:spcAft>
              <a:defRPr dirty="0" lang="en-US" sz="1400">
                <a:solidFill>
                  <a:schemeClr val="tx1"/>
                </a:solidFill>
                <a:latin typeface="Open Sans"/>
              </a:defRPr>
            </a:pPr>
            <a:r>
              <a:rPr b="1" dirty="0" lang="en-US" sz="800">
                <a:solidFill>
                  <a:schemeClr val="tx1"/>
                </a:solidFill>
                <a:latin typeface="Zoho Puvi"/>
              </a:rPr>
              <a:t>For emails, the status options should be similar to following:</a:t>
            </a:r>
            <a:br>
              <a:rPr b="0" dirty="0" lang="en-US" sz="800">
                <a:solidFill>
                  <a:schemeClr val="tx1"/>
                </a:solidFill>
                <a:latin typeface="Zoho Puvi"/>
              </a:rPr>
            </a:br>
            <a:r>
              <a:rPr b="0" dirty="0" lang="en-US" sz="800">
                <a:solidFill>
                  <a:schemeClr val="tx1"/>
                </a:solidFill>
                <a:latin typeface="Zoho Puvi"/>
              </a:rPr>
              <a:t>- </a:t>
            </a:r>
            <a:r>
              <a:rPr b="0" dirty="0" lang="en-US" sz="800">
                <a:solidFill>
                  <a:schemeClr val="tx1"/>
                </a:solidFill>
                <a:latin typeface="Zoho Puvi"/>
              </a:rPr>
              <a:t>Email Sent</a:t>
            </a:r>
          </a:p>
          <a:p>
            <a:pPr algn="l" rtl="false">
              <a:lnSpc>
                <a:spcPct val="100000"/>
              </a:lnSpc>
              <a:spcBef>
                <a:spcPts val="0"/>
              </a:spcBef>
              <a:spcAft>
                <a:spcPts val="0"/>
              </a:spcAft>
              <a:defRPr dirty="0" lang="en-US" sz="1400">
                <a:solidFill>
                  <a:schemeClr val="tx1"/>
                </a:solidFill>
                <a:latin typeface="Open Sans"/>
              </a:defRPr>
            </a:pPr>
            <a:r>
              <a:rPr b="0" dirty="0" lang="en-US" sz="800">
                <a:solidFill>
                  <a:schemeClr val="tx1"/>
                </a:solidFill>
                <a:latin typeface="Zoho Puvi"/>
              </a:rPr>
              <a:t>- Email Opened </a:t>
            </a:r>
          </a:p>
          <a:p>
            <a:pPr algn="l" rtl="false">
              <a:lnSpc>
                <a:spcPct val="100000"/>
              </a:lnSpc>
              <a:spcBef>
                <a:spcPts val="0"/>
              </a:spcBef>
              <a:spcAft>
                <a:spcPts val="0"/>
              </a:spcAft>
              <a:defRPr dirty="0" lang="en-US" sz="1400">
                <a:solidFill>
                  <a:schemeClr val="tx1"/>
                </a:solidFill>
                <a:latin typeface="Open Sans"/>
              </a:defRPr>
            </a:pPr>
            <a:r>
              <a:rPr b="0" dirty="0" lang="en-US" sz="800">
                <a:solidFill>
                  <a:schemeClr val="tx1"/>
                </a:solidFill>
                <a:latin typeface="Zoho Puvi"/>
              </a:rPr>
              <a:t>- Clicked App Link</a:t>
            </a:r>
            <a:r>
              <a:rPr b="0" dirty="0" lang="en-US" sz="800">
                <a:solidFill>
                  <a:schemeClr val="tx1"/>
                </a:solidFill>
                <a:latin typeface="Zoho Puvi"/>
              </a:rPr>
              <a:t> </a:t>
            </a:r>
            <a:br>
              <a:rPr b="0" dirty="0" lang="en-US" sz="800">
                <a:solidFill>
                  <a:schemeClr val="tx1"/>
                </a:solidFill>
                <a:latin typeface="Zoho Puvi"/>
              </a:rPr>
            </a:br>
            <a:r>
              <a:rPr b="0" dirty="0" lang="en-US" sz="800">
                <a:solidFill>
                  <a:schemeClr val="tx1"/>
                </a:solidFill>
                <a:latin typeface="Zoho Puvi"/>
              </a:rPr>
              <a:t>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dirty="0" lang="en-US" sz="1200">
                <a:solidFill>
                  <a:schemeClr val="tx1"/>
                </a:solidFill>
                <a:latin typeface="Open Sans"/>
              </a:rPr>
              <a:t/>
            </a:r>
          </a:p>
          <a:p>
            <a:pPr algn="l" rtl="false">
              <a:lnSpc>
                <a:spcPct val="100000"/>
              </a:lnSpc>
              <a:spcBef>
                <a:spcPts val="0"/>
              </a:spcBef>
              <a:spcAft>
                <a:spcPts val="0"/>
              </a:spcAft>
              <a:defRPr dirty="0" lang="en-US" sz="1400">
                <a:solidFill>
                  <a:schemeClr val="tx1"/>
                </a:solidFill>
                <a:latin typeface="Open Sans"/>
              </a:defRPr>
            </a:pPr>
            <a:r>
              <a:rPr dirty="0" lang="en-US" sz="1200">
                <a:solidFill>
                  <a:schemeClr val="tx1"/>
                </a:solidFill>
                <a:latin typeface="Open Sans"/>
              </a:rPr>
              <a:t/>
            </a:r>
            <a:endParaRPr dirty="0" lang="en-US" sz="1200">
              <a:solidFill>
                <a:schemeClr val="tx1"/>
              </a:solidFill>
              <a:latin typeface="Open Sans"/>
            </a:endParaRPr>
          </a:p>
        </p:txBody>
      </p:sp>
      <p:pic>
        <p:nvPicPr>
          <p:cNvPr id="3" name="Image 3">
            <a:extLst>
              <a:ext uri="{1BC5CB01-CB64-4D26-A213-5E30E891D1E3}">
                <a16:creationId xmlns:a16="http://schemas.microsoft.com/office/drawing/2010/main" id="{0D8B7769-3919-4DB3-956B-5B4DB362F5D5}"/>
              </a:ext>
            </a:extLst>
          </p:cNvPr>
          <p:cNvPicPr>
            <a:picLocks noChangeAspect="true"/>
          </p:cNvPicPr>
          <p:nvPr/>
        </p:nvPicPr>
        <p:blipFill>
          <a:blip r:embed="rId2"/>
          <a:srcRect b="64440" l="0" r="54550" t="7860"/>
          <a:stretch>
            <a:fillRect/>
          </a:stretch>
        </p:blipFill>
        <p:spPr>
          <a:xfrm flipH="false" flipV="false" rot="0">
            <a:off x="206911" y="2488025"/>
            <a:ext cx="3300631" cy="1377753"/>
          </a:xfrm>
          <a:prstGeom prst="rect">
            <a:avLst/>
          </a:prstGeom>
          <a:noFill/>
        </p:spPr>
      </p:pic>
      <p:pic>
        <p:nvPicPr>
          <p:cNvPr id="4" name="">
            <a:extLst>
              <a:ext uri="{26CBFA98-AE11-4729-95DC-2C958F4BD438}">
                <a16:creationId xmlns:a16="http://schemas.microsoft.com/office/drawing/2010/main" id="{3E8E0053-E919-4C83-99E3-C611D50496D0}"/>
              </a:ext>
            </a:extLst>
          </p:cNvPr>
          <p:cNvPicPr>
            <a:picLocks noChangeAspect="true"/>
          </p:cNvPicPr>
          <p:nvPr/>
        </p:nvPicPr>
        <p:blipFill>
          <a:blip r:embed="rId2"/>
          <a:srcRect b="74070" l="44590" r="43520" t="7860"/>
          <a:stretch>
            <a:fillRect/>
          </a:stretch>
        </p:blipFill>
        <p:spPr>
          <a:xfrm flipH="false" flipV="false" rot="0">
            <a:off x="3837441" y="2605077"/>
            <a:ext cx="934745" cy="973135"/>
          </a:xfrm>
          <a:prstGeom prst="rect">
            <a:avLst/>
          </a:prstGeom>
          <a:noFill/>
        </p:spPr>
      </p:pic>
      <p:pic>
        <p:nvPicPr>
          <p:cNvPr id="5" name="">
            <a:extLst>
              <a:ext uri="{B3AB2388-EEA8-4F76-8F4F-0418062DB5BB}">
                <a16:creationId xmlns:a16="http://schemas.microsoft.com/office/drawing/2010/main" id="{B5FFC4FC-2203-4846-A699-DB3C17159995}"/>
              </a:ext>
            </a:extLst>
          </p:cNvPr>
          <p:cNvPicPr>
            <a:picLocks noChangeAspect="true"/>
          </p:cNvPicPr>
          <p:nvPr/>
        </p:nvPicPr>
        <p:blipFill>
          <a:blip r:embed="rId2"/>
          <a:srcRect b="67820" l="55770" r="34400" t="11460"/>
          <a:stretch>
            <a:fillRect/>
          </a:stretch>
        </p:blipFill>
        <p:spPr>
          <a:xfrm flipH="false" flipV="false" rot="0">
            <a:off x="5375586" y="2605077"/>
            <a:ext cx="674131" cy="973131"/>
          </a:xfrm>
          <a:prstGeom prst="rect">
            <a:avLst/>
          </a:prstGeom>
          <a:noFill/>
        </p:spPr>
      </p:pic>
      <p:pic>
        <p:nvPicPr>
          <p:cNvPr id="6" name="">
            <a:extLst>
              <a:ext uri="{9C39D964-FD48-49B2-A829-01563DBAC03D}">
                <a16:creationId xmlns:a16="http://schemas.microsoft.com/office/drawing/2010/main" id="{1F0B8E7C-F303-4FB3-8CBC-C88B4C8AA25C}"/>
              </a:ext>
            </a:extLst>
          </p:cNvPr>
          <p:cNvPicPr>
            <a:picLocks noChangeAspect="true"/>
          </p:cNvPicPr>
          <p:nvPr/>
        </p:nvPicPr>
        <p:blipFill>
          <a:blip r:embed="rId2"/>
          <a:srcRect b="74070" l="44590" r="43520" t="7860"/>
          <a:stretch>
            <a:fillRect/>
          </a:stretch>
        </p:blipFill>
        <p:spPr>
          <a:xfrm flipH="false" flipV="false" rot="0">
            <a:off x="3858072" y="2428875"/>
            <a:ext cx="898464" cy="935364"/>
          </a:xfrm>
          <a:prstGeom prst="rect">
            <a:avLst/>
          </a:prstGeom>
          <a:noFill/>
        </p:spPr>
      </p:pic>
      <p:sp>
        <p:nvSpPr>
          <p:cNvPr id="7" name="Text Box 8">
            <a:extLst>
              <a:ext uri="{9FDA8D43-8FF9-4698-8E83-37F548ADDE98}">
                <a16:creationId xmlns:a16="http://schemas.microsoft.com/office/drawing/2010/main" id="{8E3AB4CF-DAE1-4D09-A343-28890E0005AD}"/>
              </a:ext>
            </a:extLst>
          </p:cNvPr>
          <p:cNvSpPr txBox="1"/>
          <p:nvPr/>
        </p:nvSpPr>
        <p:spPr>
          <a:xfrm flipH="false" flipV="false" rot="0">
            <a:off x="3648303" y="2687754"/>
            <a:ext cx="1905000" cy="201901"/>
          </a:xfrm>
          <a:prstGeom prst="rect">
            <a:avLst/>
          </a:prstGeom>
        </p:spPr>
        <p:txBody>
          <a:bodyPr anchor="t" bIns="47625" lIns="95250" rIns="95250" rtlCol="0" tIns="47625">
            <a:spAutoFit/>
          </a:bodyPr>
          <a:lstStyle/>
          <a:p>
            <a:pPr>
              <a:defRPr dirty="0" lang="en-US" sz="1400"/>
            </a:pPr>
            <a:r>
              <a:rPr b="1" dirty="0" lang="en-US" sz="700">
                <a:latin typeface="+mj-lt"/>
              </a:rPr>
              <a:t>Email</a:t>
            </a:r>
            <a:endParaRPr b="1" dirty="0" lang="en-US" sz="700">
              <a:latin typeface="+mj-lt"/>
            </a:endParaRPr>
          </a:p>
        </p:txBody>
      </p:sp>
      <p:pic>
        <p:nvPicPr>
          <p:cNvPr id="8" name="Image 9">
            <a:extLst>
              <a:ext uri="{1FD2DE27-6481-48CF-8CDD-C647E5CA7C43}">
                <a16:creationId xmlns:a16="http://schemas.microsoft.com/office/drawing/2010/main" id="{3DEA5092-5A69-40A2-BEC2-F5CE3F0BC7C5}"/>
              </a:ext>
            </a:extLst>
          </p:cNvPr>
          <p:cNvPicPr>
            <a:picLocks noChangeAspect="true"/>
          </p:cNvPicPr>
          <p:nvPr/>
        </p:nvPicPr>
        <p:blipFill>
          <a:blip r:embed="rId3"/>
          <a:stretch>
            <a:fillRect/>
          </a:stretch>
        </p:blipFill>
        <p:spPr>
          <a:xfrm flipH="false" flipV="false" rot="0">
            <a:off x="3837441" y="2656474"/>
            <a:ext cx="641499" cy="223780"/>
          </a:xfrm>
          <a:prstGeom prst="rect">
            <a:avLst/>
          </a:prstGeom>
          <a:noFill/>
        </p:spPr>
      </p:pic>
      <p:sp>
        <p:nvSpPr>
          <p:cNvPr id="9" name="Rectangle 10">
            <a:extLst>
              <a:ext uri="{7E8CD2FD-A349-42A8-BDF0-E8AD4D2C426C}">
                <a16:creationId xmlns:a16="http://schemas.microsoft.com/office/drawing/2010/main" id="{9E47CD8F-86E7-4FBE-9D5E-9A62BFAAFF23}"/>
              </a:ext>
            </a:extLst>
          </p:cNvPr>
          <p:cNvSpPr/>
          <p:nvPr/>
        </p:nvSpPr>
        <p:spPr>
          <a:xfrm flipH="false" flipV="false" rot="0">
            <a:off x="3685984" y="2695594"/>
            <a:ext cx="175755" cy="186213"/>
          </a:xfrm>
          <a:prstGeom prst="rect">
            <a:avLst/>
          </a:prstGeom>
          <a:solidFill>
            <a:schemeClr val="bg1"/>
          </a:solidFill>
          <a:ln cap="flat" w="9525">
            <a:solidFill>
              <a:schemeClr val="bg1"/>
            </a:solidFill>
            <a:prstDash val="solid"/>
            <a:roun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pic>
        <p:nvPicPr>
          <p:cNvPr id="10" name="Image 13">
            <a:extLst>
              <a:ext uri="{C8780944-C820-4ECC-860E-A02654139204}">
                <a16:creationId xmlns:a16="http://schemas.microsoft.com/office/drawing/2010/main" id="{81C9FAD9-D168-41DD-BC96-C162750BB59E}"/>
              </a:ext>
            </a:extLst>
          </p:cNvPr>
          <p:cNvPicPr>
            <a:picLocks noChangeAspect="true"/>
          </p:cNvPicPr>
          <p:nvPr/>
        </p:nvPicPr>
        <p:blipFill>
          <a:blip r:embed="rId2"/>
          <a:srcRect b="68940" l="69480" r="19580" t="13350"/>
          <a:stretch>
            <a:fillRect/>
          </a:stretch>
        </p:blipFill>
        <p:spPr>
          <a:xfrm flipH="false" flipV="false" rot="0">
            <a:off x="4635712" y="2686050"/>
            <a:ext cx="760828" cy="843514"/>
          </a:xfrm>
          <a:prstGeom prst="rect">
            <a:avLst/>
          </a:prstGeom>
          <a:noFill/>
        </p:spPr>
      </p:pic>
      <p:sp>
        <p:nvSpPr>
          <p:cNvPr id="11" name="Text Box 11">
            <a:extLst>
              <a:ext uri="{D5E49882-58D6-40C7-9067-3EC3B9A2D760}">
                <a16:creationId xmlns:a16="http://schemas.microsoft.com/office/drawing/2010/main" id="{8EA261A7-8EA9-4A17-8738-5E9750914E5D}"/>
              </a:ext>
            </a:extLst>
          </p:cNvPr>
          <p:cNvSpPr txBox="1"/>
          <p:nvPr/>
        </p:nvSpPr>
        <p:spPr>
          <a:xfrm flipH="false" flipV="false" rot="0">
            <a:off x="241744" y="3876675"/>
            <a:ext cx="8346148" cy="1215332"/>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Open Sans"/>
              </a:defRPr>
            </a:pPr>
            <a:r>
              <a:rPr b="1" dirty="0" lang="en-US" sz="1200">
                <a:solidFill>
                  <a:schemeClr val="tx1"/>
                </a:solidFill>
                <a:latin typeface="Zoho Puvi"/>
              </a:rPr>
              <a:t>2. SMS Messages from Patient: </a:t>
            </a:r>
            <a:r>
              <a:rPr b="0" dirty="0" lang="en-US" sz="1200">
                <a:solidFill>
                  <a:schemeClr val="tx1"/>
                </a:solidFill>
                <a:latin typeface="Zoho Puvi"/>
              </a:rPr>
              <a:t>If a customer initiates process through sms, their name and email  will not appear here, but only their phone. There will be no follow up option. </a:t>
            </a:r>
            <a:br>
              <a:rPr b="0" dirty="0" lang="en-US" sz="1200">
                <a:solidFill>
                  <a:schemeClr val="tx1"/>
                </a:solidFill>
                <a:latin typeface="Zoho Puvi"/>
              </a:rPr>
            </a:br>
          </a:p>
          <a:p>
            <a:pPr algn="l" rtl="false">
              <a:lnSpc>
                <a:spcPct val="100000"/>
              </a:lnSpc>
              <a:spcBef>
                <a:spcPts val="0"/>
              </a:spcBef>
              <a:spcAft>
                <a:spcPts val="0"/>
              </a:spcAft>
              <a:defRPr dirty="0" lang="en-US" sz="1400">
                <a:solidFill>
                  <a:schemeClr val="tx1"/>
                </a:solidFill>
                <a:latin typeface="Open Sans"/>
              </a:defRPr>
            </a:pPr>
            <a:r>
              <a:rPr b="1" dirty="0" lang="en-US" sz="800">
                <a:solidFill>
                  <a:schemeClr val="tx1"/>
                </a:solidFill>
                <a:latin typeface="Zoho Puvi"/>
              </a:rPr>
              <a:t>For sms, the status options should be similar to following:</a:t>
            </a:r>
            <a:br>
              <a:rPr b="0" dirty="0" lang="en-US" sz="800">
                <a:solidFill>
                  <a:schemeClr val="tx1"/>
                </a:solidFill>
                <a:latin typeface="Zoho Puvi"/>
              </a:rPr>
            </a:br>
            <a:r>
              <a:rPr b="0" dirty="0" lang="en-US" sz="800">
                <a:solidFill>
                  <a:schemeClr val="tx1"/>
                </a:solidFill>
                <a:latin typeface="Zoho Puvi"/>
              </a:rPr>
              <a:t>- SMS initiated</a:t>
            </a:r>
          </a:p>
          <a:p>
            <a:pPr algn="l" rtl="false">
              <a:lnSpc>
                <a:spcPct val="100000"/>
              </a:lnSpc>
              <a:spcBef>
                <a:spcPts val="0"/>
              </a:spcBef>
              <a:spcAft>
                <a:spcPts val="0"/>
              </a:spcAft>
              <a:defRPr dirty="0" lang="en-US" sz="1400">
                <a:solidFill>
                  <a:schemeClr val="tx1"/>
                </a:solidFill>
                <a:latin typeface="Open Sans"/>
              </a:defRPr>
            </a:pPr>
            <a:r>
              <a:rPr b="0" dirty="0" lang="en-US" sz="800">
                <a:solidFill>
                  <a:schemeClr val="tx1"/>
                </a:solidFill>
                <a:latin typeface="Zoho Puvi"/>
              </a:rPr>
              <a:t>- SMS opted in</a:t>
            </a:r>
          </a:p>
          <a:p>
            <a:pPr algn="l" rtl="false">
              <a:lnSpc>
                <a:spcPct val="100000"/>
              </a:lnSpc>
              <a:spcBef>
                <a:spcPts val="0"/>
              </a:spcBef>
              <a:spcAft>
                <a:spcPts val="0"/>
              </a:spcAft>
              <a:defRPr dirty="0" lang="en-US" sz="1400">
                <a:solidFill>
                  <a:schemeClr val="tx1"/>
                </a:solidFill>
                <a:latin typeface="Open Sans"/>
              </a:defRPr>
            </a:pPr>
            <a:r>
              <a:rPr b="0" dirty="0" lang="en-US" sz="800">
                <a:solidFill>
                  <a:schemeClr val="tx1"/>
                </a:solidFill>
                <a:latin typeface="Zoho Puvi"/>
              </a:rPr>
              <a:t>-  Link Clicked</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b="0" dirty="0" lang="en-US" sz="1200">
                <a:solidFill>
                  <a:schemeClr val="tx1"/>
                </a:solidFill>
                <a:latin typeface="Zoho Puvi"/>
              </a:rPr>
              <a:t/>
            </a:r>
          </a:p>
          <a:p>
            <a:pPr algn="l" rtl="false">
              <a:lnSpc>
                <a:spcPct val="100000"/>
              </a:lnSpc>
              <a:spcBef>
                <a:spcPts val="0"/>
              </a:spcBef>
              <a:spcAft>
                <a:spcPts val="0"/>
              </a:spcAft>
              <a:defRPr dirty="0" lang="en-US" sz="1400">
                <a:solidFill>
                  <a:schemeClr val="tx1"/>
                </a:solidFill>
                <a:latin typeface="Open Sans"/>
              </a:defRPr>
            </a:pPr>
            <a:r>
              <a:rPr dirty="0" lang="en-US" sz="1200">
                <a:solidFill>
                  <a:schemeClr val="tx1"/>
                </a:solidFill>
                <a:latin typeface="Open Sans"/>
              </a:rPr>
              <a:t/>
            </a:r>
          </a:p>
          <a:p>
            <a:pPr algn="l" rtl="false">
              <a:lnSpc>
                <a:spcPct val="100000"/>
              </a:lnSpc>
              <a:spcBef>
                <a:spcPts val="0"/>
              </a:spcBef>
              <a:spcAft>
                <a:spcPts val="0"/>
              </a:spcAft>
              <a:defRPr dirty="0" lang="en-US" sz="1400">
                <a:solidFill>
                  <a:schemeClr val="tx1"/>
                </a:solidFill>
                <a:latin typeface="Open Sans"/>
              </a:defRPr>
            </a:pPr>
            <a:r>
              <a:rPr dirty="0" lang="en-US" sz="1200">
                <a:solidFill>
                  <a:schemeClr val="tx1"/>
                </a:solidFill>
                <a:latin typeface="Open Sans"/>
              </a:rPr>
              <a:t/>
            </a:r>
            <a:endParaRPr dirty="0" lang="en-US" sz="1200">
              <a:solidFill>
                <a:schemeClr val="tx1"/>
              </a:solidFill>
              <a:latin typeface="Open Sans"/>
            </a:endParaRPr>
          </a:p>
        </p:txBody>
      </p:sp>
      <p:sp>
        <p:nvSpPr>
          <p:cNvPr id="12" name="Text Box 12">
            <a:extLst>
              <a:ext uri="{7C8A4060-26D4-4AF2-A289-216C3C3460B6}">
                <a16:creationId xmlns:a16="http://schemas.microsoft.com/office/drawing/2010/main" id="{A9CEAEDA-D41A-4913-89BB-8F1DF15B9AB2}"/>
              </a:ext>
            </a:extLst>
          </p:cNvPr>
          <p:cNvSpPr txBox="1"/>
          <p:nvPr/>
        </p:nvSpPr>
        <p:spPr>
          <a:xfrm flipH="false" flipV="false" rot="0">
            <a:off x="6065367" y="2672429"/>
            <a:ext cx="1905000" cy="186670"/>
          </a:xfrm>
          <a:prstGeom prst="rect">
            <a:avLst/>
          </a:prstGeom>
        </p:spPr>
        <p:txBody>
          <a:bodyPr anchor="t" bIns="47625" lIns="95250" rIns="95250" rtlCol="0" tIns="47625">
            <a:spAutoFit/>
          </a:bodyPr>
          <a:lstStyle/>
          <a:p>
            <a:pPr>
              <a:defRPr dirty="0" lang="en-US" sz="1400"/>
            </a:pPr>
            <a:r>
              <a:rPr b="1" dirty="0" lang="en-US" sz="600">
                <a:latin typeface="+mj-lt"/>
              </a:rPr>
              <a:t>SMS</a:t>
            </a:r>
            <a:r>
              <a:rPr b="1" dirty="0" lang="en-US" sz="600">
                <a:latin typeface="+mj-lt"/>
              </a:rPr>
              <a:t> </a:t>
            </a:r>
            <a:r>
              <a:rPr b="1" dirty="0" lang="en-US" sz="600">
                <a:latin typeface="+mj-lt"/>
              </a:rPr>
              <a:t>Status          Date Added          IP Address</a:t>
            </a:r>
            <a:endParaRPr b="1" dirty="0" lang="en-US" sz="600">
              <a:latin typeface="+mj-lt"/>
            </a:endParaRPr>
          </a:p>
        </p:txBody>
      </p:sp>
      <p:sp>
        <p:nvSpPr>
          <p:cNvPr id="13" name="Text Box 4">
            <a:extLst>
              <a:ext uri="{079E0861-823D-492A-B537-D6DD8AE6545E}">
                <a16:creationId xmlns:a16="http://schemas.microsoft.com/office/drawing/2010/main" id="{088449C5-A386-4837-A44E-13F39E3507F7}"/>
              </a:ext>
            </a:extLst>
          </p:cNvPr>
          <p:cNvSpPr txBox="1"/>
          <p:nvPr/>
        </p:nvSpPr>
        <p:spPr>
          <a:xfrm flipH="false" flipV="false" rot="0">
            <a:off x="357616" y="240096"/>
            <a:ext cx="8193452" cy="369503"/>
          </a:xfrm>
          <a:prstGeom prst="rect">
            <a:avLst/>
          </a:prstGeom>
        </p:spPr>
        <p:txBody>
          <a:bodyPr anchor="t" bIns="47625" lIns="95250" rIns="95250" rtlCol="0" tIns="47625">
            <a:spAutoFit/>
          </a:bodyPr>
          <a:lstStyle/>
          <a:p>
            <a:pPr>
              <a:defRPr dirty="0" lang="en-US" sz="1400"/>
            </a:pPr>
            <a:r>
              <a:rPr b="1" dirty="0" err="1" lang="en-US" sz="1800">
                <a:latin typeface="+mj-lt"/>
              </a:rPr>
              <a:t>Email / QR / SMS Reporting for Merchants</a:t>
            </a:r>
            <a:endParaRPr b="1" dirty="0" err="1" lang="en-US" sz="1800">
              <a:latin typeface="+mj-lt"/>
            </a:endParaRPr>
          </a:p>
        </p:txBody>
      </p:sp>
      <p:cxnSp>
        <p:nvCxnSpPr>
          <p:cNvPr id="14" name="Connector 11">
            <a:extLst>
              <a:ext uri="{0A2E16E7-2D50-4D1F-AFBF-3EC2BA340611}">
                <a16:creationId xmlns:a16="http://schemas.microsoft.com/office/drawing/2010/main" id="{C97784D3-F0AB-4B85-8D57-9D9636A1E436}"/>
              </a:ext>
            </a:extLst>
          </p:cNvPr>
          <p:cNvCxnSpPr/>
          <p:nvPr/>
        </p:nvCxnSpPr>
        <p:spPr>
          <a:xfrm flipH="true" flipV="false" rot="10800000">
            <a:off x="468553" y="649595"/>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Tree>
    <p:extLst>
      <p:ext uri="{AED21BC7-9927-48DB-97A1-F8097311B311}">
        <p14:creationId xmlns:p14="http://schemas.microsoft.com/office/powerpoint/2010/main" val="1785244659688"/>
      </p:ext>
    </p:extLst>
  </p:cSld>
  <p:clrMapOvr>
    <a:masterClrMapping/>
  </p:clrMapOvr>
</p:sld>
</file>

<file path=ppt/slides/slide1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2">
            <a:extLst>
              <a:ext uri="{E6D34162-B033-448A-908C-4ED93CDA62C5}">
                <a16:creationId xmlns:a16="http://schemas.microsoft.com/office/drawing/2010/main" id="{17E2FE89-F52C-4EB9-89E8-23BE768229DE}"/>
              </a:ext>
            </a:extLst>
          </p:cNvPr>
          <p:cNvPicPr>
            <a:picLocks noChangeAspect="true"/>
          </p:cNvPicPr>
          <p:nvPr/>
        </p:nvPicPr>
        <p:blipFill>
          <a:blip r:embed="rId2"/>
          <a:stretch>
            <a:fillRect/>
          </a:stretch>
        </p:blipFill>
        <p:spPr>
          <a:xfrm flipH="false" flipV="false" rot="0">
            <a:off x="4523098" y="803062"/>
            <a:ext cx="4340209" cy="2468908"/>
          </a:xfrm>
          <a:prstGeom prst="rect">
            <a:avLst/>
          </a:prstGeom>
          <a:noFill/>
          <a:ln cap="flat" w="9525">
            <a:solidFill>
              <a:schemeClr val="bg1">
                <a:lumMod val="85000"/>
              </a:schemeClr>
            </a:solidFill>
            <a:prstDash val="solid"/>
            <a:round/>
          </a:ln>
          <a:effectLst>
            <a:reflection algn="bl" dist="0" endA="0" endPos="35000" rotWithShape="0" stA="48000" stPos="0" sy="-100000"/>
          </a:effectLst>
        </p:spPr>
      </p:pic>
      <p:grpSp>
        <p:nvGrpSpPr>
          <p:cNvPr id="3" name="Group Shape 4">
            <a:extLst>
              <a:ext uri="{91265832-1C29-4FF7-BA77-8616164F6476}">
                <a16:creationId xmlns:a16="http://schemas.microsoft.com/office/drawing/2010/main" id="{FD47E9FD-C2B3-422C-9060-060136B88174}"/>
              </a:ext>
            </a:extLst>
          </p:cNvPr>
          <p:cNvGrpSpPr>
            <a:grpSpLocks noChangeAspect="true"/>
          </p:cNvGrpSpPr>
          <p:nvPr/>
        </p:nvGrpSpPr>
        <p:grpSpPr>
          <a:xfrm flipH="false" flipV="false" rot="0">
            <a:off x="927830" y="1819065"/>
            <a:ext cx="2820152" cy="2719997"/>
            <a:chOff x="271853" y="891987"/>
            <a:chExt cx="3947245" cy="3807075"/>
          </a:xfrm>
        </p:grpSpPr>
        <p:pic>
          <p:nvPicPr>
            <p:cNvPr id="4" name="Image 3">
              <a:extLst>
                <a:ext uri="{4516DBD6-4C9A-40E3-914A-7AA8CE8D1EF8}">
                  <a16:creationId xmlns:a16="http://schemas.microsoft.com/office/drawing/2010/main" id="{D27752BD-6370-42AC-9577-2FC4DD2ECC8F}"/>
                </a:ext>
              </a:extLst>
            </p:cNvPr>
            <p:cNvPicPr>
              <a:picLocks noChangeAspect="true"/>
            </p:cNvPicPr>
            <p:nvPr/>
          </p:nvPicPr>
          <p:blipFill>
            <a:blip r:embed="rId3"/>
            <a:srcRect b="0" l="0" r="0" t="7780"/>
            <a:stretch>
              <a:fillRect/>
            </a:stretch>
          </p:blipFill>
          <p:spPr>
            <a:xfrm flipH="false" flipV="false" rot="0">
              <a:off x="1031243" y="2065362"/>
              <a:ext cx="3187855" cy="2633700"/>
            </a:xfrm>
            <a:prstGeom prst="rect">
              <a:avLst/>
            </a:prstGeom>
            <a:noFill/>
            <a:ln cap="flat" w="28575">
              <a:solidFill>
                <a:schemeClr val="bg1">
                  <a:lumMod val="95000"/>
                </a:schemeClr>
              </a:solidFill>
              <a:prstDash val="solid"/>
              <a:round/>
            </a:ln>
          </p:spPr>
        </p:pic>
        <p:pic>
          <p:nvPicPr>
            <p:cNvPr id="5" name="Image 1">
              <a:extLst>
                <a:ext uri="{0B0B374D-680F-43B5-944A-DE05BCEC4379}">
                  <a16:creationId xmlns:a16="http://schemas.microsoft.com/office/drawing/2010/main" id="{ABBAFA63-BE24-4D15-AA0A-493394A01C00}"/>
                </a:ext>
              </a:extLst>
            </p:cNvPr>
            <p:cNvPicPr>
              <a:picLocks noChangeAspect="true"/>
            </p:cNvPicPr>
            <p:nvPr/>
          </p:nvPicPr>
          <p:blipFill>
            <a:blip r:embed="rId4"/>
            <a:srcRect b="0" l="36420" r="0" t="15620"/>
            <a:stretch>
              <a:fillRect/>
            </a:stretch>
          </p:blipFill>
          <p:spPr>
            <a:xfrm flipH="false" flipV="false" rot="0">
              <a:off x="271853" y="891987"/>
              <a:ext cx="2175091" cy="2220268"/>
            </a:xfrm>
            <a:prstGeom prst="rect">
              <a:avLst/>
            </a:prstGeom>
            <a:noFill/>
            <a:ln cap="flat" w="28575">
              <a:noFill/>
              <a:prstDash val="solid"/>
              <a:round/>
            </a:ln>
            <a:effectLst>
              <a:outerShdw blurRad="342900" dir="2700000" dist="95250">
                <a:srgbClr val="3f3f3f">
                  <a:alpha val="39999"/>
                </a:srgbClr>
              </a:outerShdw>
            </a:effectLst>
          </p:spPr>
        </p:pic>
      </p:grpSp>
      <p:sp>
        <p:nvSpPr>
          <p:cNvPr id="6" name="Text Box 4">
            <a:extLst>
              <a:ext uri="{4C0F10C1-03FD-4ED6-826A-DFE2A8E04928}">
                <a16:creationId xmlns:a16="http://schemas.microsoft.com/office/drawing/2010/main" id="{F29017FA-B045-4F22-9FF6-809934D832F5}"/>
              </a:ext>
            </a:extLst>
          </p:cNvPr>
          <p:cNvSpPr txBox="1"/>
          <p:nvPr/>
        </p:nvSpPr>
        <p:spPr>
          <a:xfrm flipH="false" flipV="false" rot="0">
            <a:off x="350062" y="180975"/>
            <a:ext cx="5769188" cy="369503"/>
          </a:xfrm>
          <a:prstGeom prst="rect">
            <a:avLst/>
          </a:prstGeom>
        </p:spPr>
        <p:txBody>
          <a:bodyPr anchor="t" bIns="47625" lIns="95250" rIns="95250" rtlCol="0" tIns="47625">
            <a:spAutoFit/>
          </a:bodyPr>
          <a:lstStyle/>
          <a:p>
            <a:pPr>
              <a:defRPr dirty="0" lang="en-US" sz="1400"/>
            </a:pPr>
            <a:r>
              <a:rPr b="1" dirty="0" err="1" lang="en-US" sz="1800">
                <a:latin typeface="+mj-lt"/>
              </a:rPr>
              <a:t>Customized Performance Reporting </a:t>
            </a:r>
            <a:endParaRPr b="1" dirty="0" err="1" lang="en-US" sz="1800">
              <a:latin typeface="+mj-lt"/>
            </a:endParaRPr>
          </a:p>
        </p:txBody>
      </p:sp>
      <p:cxnSp>
        <p:nvCxnSpPr>
          <p:cNvPr id="7" name="Connector 11">
            <a:extLst>
              <a:ext uri="{7BE44B9F-F25E-4E99-B120-81B0712F3E5E}">
                <a16:creationId xmlns:a16="http://schemas.microsoft.com/office/drawing/2010/main" id="{E019354A-A167-4289-B00F-AA53D0893B91}"/>
              </a:ext>
            </a:extLst>
          </p:cNvPr>
          <p:cNvCxnSpPr/>
          <p:nvPr/>
        </p:nvCxnSpPr>
        <p:spPr>
          <a:xfrm flipH="true" flipV="false" rot="10800000">
            <a:off x="468553" y="609600"/>
            <a:ext cx="994695" cy="0"/>
          </a:xfrm>
          <a:prstGeom prst="line">
            <a:avLst/>
          </a:prstGeom>
          <a:ln cap="flat" w="19050">
            <a:solidFill>
              <a:schemeClr val="accent4"/>
            </a:solidFill>
            <a:prstDash val="solid"/>
            <a:round/>
          </a:ln>
        </p:spPr>
        <p:style>
          <a:lnRef idx="1">
            <a:schemeClr val="accent1"/>
          </a:lnRef>
          <a:fillRef idx="1">
            <a:schemeClr val="accent1"/>
          </a:fillRef>
          <a:effectRef idx="0">
            <a:schemeClr val="accent1"/>
          </a:effectRef>
          <a:fontRef idx="minor">
            <a:srgbClr val="ffffff"/>
          </a:fontRef>
        </p:style>
      </p:cxnSp>
      <p:sp>
        <p:nvSpPr>
          <p:cNvPr id="8" name="Text Box 6">
            <a:extLst>
              <a:ext uri="{5650E244-ED97-4345-B6D2-7BD7C6D45DBF}">
                <a16:creationId xmlns:a16="http://schemas.microsoft.com/office/drawing/2010/main" id="{75692E95-F70F-42D2-9100-F28C63DC8ADB}"/>
              </a:ext>
            </a:extLst>
          </p:cNvPr>
          <p:cNvSpPr txBox="1"/>
          <p:nvPr/>
        </p:nvSpPr>
        <p:spPr>
          <a:xfrm flipH="false" flipV="false" rot="0">
            <a:off x="388553" y="829675"/>
            <a:ext cx="3914699" cy="704697"/>
          </a:xfrm>
          <a:prstGeom prst="rect">
            <a:avLst/>
          </a:prstGeom>
        </p:spPr>
        <p:txBody>
          <a:bodyPr anchor="t" bIns="47625" lIns="95250" rIns="95250" rtlCol="0" tIns="47625">
            <a:spAutoFit/>
          </a:bodyPr>
          <a:lstStyle/>
          <a:p>
            <a:pPr>
              <a:defRPr dirty="0" lang="en-US" sz="1400"/>
            </a:pPr>
            <a:r>
              <a:rPr dirty="0" err="1" lang="en-US" sz="1000"/>
              <a:t>Customized reporting for </a:t>
            </a:r>
            <a:r>
              <a:rPr dirty="0" err="1" lang="en-US" sz="1000"/>
              <a:t>LendingClub</a:t>
            </a:r>
            <a:r>
              <a:rPr dirty="0" lang="en-US" sz="1000"/>
              <a:t> in 2026</a:t>
            </a:r>
            <a:r>
              <a:rPr dirty="0" err="1" lang="en-US" sz="1000"/>
              <a:t> to track performance  of the program. The onboarding changes along with new features like direct sms and automated follow-ups will improve the overall effectiveness of the program. </a:t>
            </a:r>
            <a:endParaRPr dirty="0" err="1" lang="en-US" sz="1000"/>
          </a:p>
        </p:txBody>
      </p:sp>
    </p:spTree>
    <p:extLst>
      <p:ext uri="{E6DCBA15-785E-4AC0-86F6-9390C59B361C}">
        <p14:creationId xmlns:p14="http://schemas.microsoft.com/office/powerpoint/2010/main" val="1785244659689"/>
      </p:ext>
    </p:extLst>
  </p:cSld>
  <p:clrMapOvr>
    <a:masterClrMapping/>
  </p:clrMapOvr>
</p:sld>
</file>

<file path=ppt/tags/tag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threePicAndTx"/>
</p:tagLst>
</file>

<file path=ppt/tags/tag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fourPic"/>
</p:tagLst>
</file>

<file path=ppt/tags/tag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fontWeight:25:0:0" val="6"/>
  <p:tag name="fontWeight:26:0:0" val="6"/>
  <p:tag name="fontWeight:24:0:0" val="6"/>
  <p:tag name="fontWeight:23:0:0" val="6"/>
  <p:tag name="fontWeight:22:0:0" val="6"/>
  <p:tag name="fontWeight:2:0:0" val="8"/>
  <p:tag name="fontWeight:27:0:0" val="6"/>
</p:tagLst>
</file>

<file path=ppt/tags/tag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webfont2" val="Zoho Puvi-demi_bold"/>
  <p:tag name="webfont4" val="Raleway-heavy"/>
</p:tagLst>
</file>

<file path=ppt/theme/_rels/theme1.xml.rels><?xml version="1.0" encoding="UTF-8" standalone="no"?><Relationships xmlns="http://schemas.openxmlformats.org/package/2006/relationships"><Relationship Id="rId1" Target="../media/image1.jpeg" Type="http://schemas.openxmlformats.org/officeDocument/2006/relationships/image"/></Relationships>
</file>

<file path=ppt/theme/_rels/theme2.xml.rels><?xml version="1.0" encoding="UTF-8" standalone="no"?><Relationships xmlns="http://schemas.openxmlformats.org/package/2006/relationships"><Relationship Id="rId1" Target="../media/image1.jpeg" Type="http://schemas.openxmlformats.org/officeDocument/2006/relationships/image"/></Relationships>
</file>

<file path=ppt/theme/theme1.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ppt/theme/theme2.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docProps/app.xml><?xml version="1.0" encoding="utf-8"?>
<properties:Properties xmlns:properties="http://schemas.openxmlformats.org/officeDocument/2006/extended-properties" xmlns:vt="http://schemas.openxmlformats.org/officeDocument/2006/docPropsVTypes">
  <properties:AppVersion>3.0000</properties:AppVersion>
  <properties:ScaleCrop>false</properties:ScaleCrop>
  <properties:Company>Company</properties:Company>
  <properties:LinksUpToDate>false</properties:LinksUpToDate>
  <properties:HyperlinksChanged>false</properties:HyperlinksChanged>
  <properties:PresentationFormat>On-Screen Show (4:3)</properties:PresentationFormat>
  <properties:Application>Zoho Show</properties:Application>
  <properties:SharedDoc>false</properties:SharedDoc>
</properties: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Slide 1</dc:title>
  <cp:revision>1</cp:revision>
  <dc:creator/>
  <cp:lastModifiedBy/>
  <dcterms:created xsi:type="dcterms:W3CDTF">2025-11-20T17:34:42Z</dcterms:created>
  <dcterms:modified xsi:type="dcterms:W3CDTF">2026-04-15T12:00:15Z</dcterms:modified>
</cp:coreProperties>
</file>